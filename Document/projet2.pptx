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A03EA3-63A3-A44E-8164-F3608961A5FB}" v="30" dt="2026-05-18T02:01:20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65"/>
    <p:restoredTop sz="94652"/>
  </p:normalViewPr>
  <p:slideViewPr>
    <p:cSldViewPr snapToGrid="0">
      <p:cViewPr varScale="1">
        <p:scale>
          <a:sx n="86" d="100"/>
          <a:sy n="86" d="100"/>
        </p:scale>
        <p:origin x="108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eng, Hsiao-Shan" userId="3e7865b7-ef07-416c-b3f8-175e31436dbd" providerId="ADAL" clId="{55CE0678-6D28-502A-9980-8EE77CB00744}"/>
    <pc:docChg chg="undo custSel addSld modSld sldOrd">
      <pc:chgData name="Tseng, Hsiao-Shan" userId="3e7865b7-ef07-416c-b3f8-175e31436dbd" providerId="ADAL" clId="{55CE0678-6D28-502A-9980-8EE77CB00744}" dt="2026-05-18T02:06:35.897" v="322" actId="255"/>
      <pc:docMkLst>
        <pc:docMk/>
      </pc:docMkLst>
      <pc:sldChg chg="addSp modSp mod setBg modShow">
        <pc:chgData name="Tseng, Hsiao-Shan" userId="3e7865b7-ef07-416c-b3f8-175e31436dbd" providerId="ADAL" clId="{55CE0678-6D28-502A-9980-8EE77CB00744}" dt="2026-05-11T21:10:24.133" v="259" actId="34476"/>
        <pc:sldMkLst>
          <pc:docMk/>
          <pc:sldMk cId="1492878121" sldId="256"/>
        </pc:sldMkLst>
        <pc:spChg chg="mod">
          <ac:chgData name="Tseng, Hsiao-Shan" userId="3e7865b7-ef07-416c-b3f8-175e31436dbd" providerId="ADAL" clId="{55CE0678-6D28-502A-9980-8EE77CB00744}" dt="2026-05-11T02:27:32.157" v="252" actId="255"/>
          <ac:spMkLst>
            <pc:docMk/>
            <pc:sldMk cId="1492878121" sldId="256"/>
            <ac:spMk id="2" creationId="{73A0BC53-A7D3-B237-5754-399E758BC611}"/>
          </ac:spMkLst>
        </pc:spChg>
        <pc:spChg chg="mod">
          <ac:chgData name="Tseng, Hsiao-Shan" userId="3e7865b7-ef07-416c-b3f8-175e31436dbd" providerId="ADAL" clId="{55CE0678-6D28-502A-9980-8EE77CB00744}" dt="2026-05-11T02:28:10.762" v="258" actId="1076"/>
          <ac:spMkLst>
            <pc:docMk/>
            <pc:sldMk cId="1492878121" sldId="256"/>
            <ac:spMk id="3" creationId="{03ED85BE-CCD9-B307-2BBF-5A0991BAFDDD}"/>
          </ac:spMkLst>
        </pc:spChg>
        <pc:picChg chg="add mod ord">
          <ac:chgData name="Tseng, Hsiao-Shan" userId="3e7865b7-ef07-416c-b3f8-175e31436dbd" providerId="ADAL" clId="{55CE0678-6D28-502A-9980-8EE77CB00744}" dt="2026-05-11T02:28:03.435" v="257" actId="1076"/>
          <ac:picMkLst>
            <pc:docMk/>
            <pc:sldMk cId="1492878121" sldId="256"/>
            <ac:picMk id="5" creationId="{4BED7DB5-3C09-A03B-02D4-A1883CBA26A1}"/>
          </ac:picMkLst>
        </pc:picChg>
      </pc:sldChg>
      <pc:sldChg chg="addSp delSp modSp mod setBg">
        <pc:chgData name="Tseng, Hsiao-Shan" userId="3e7865b7-ef07-416c-b3f8-175e31436dbd" providerId="ADAL" clId="{55CE0678-6D28-502A-9980-8EE77CB00744}" dt="2026-05-18T02:03:58.625" v="321" actId="1076"/>
        <pc:sldMkLst>
          <pc:docMk/>
          <pc:sldMk cId="159826911" sldId="257"/>
        </pc:sldMkLst>
        <pc:spChg chg="mod">
          <ac:chgData name="Tseng, Hsiao-Shan" userId="3e7865b7-ef07-416c-b3f8-175e31436dbd" providerId="ADAL" clId="{55CE0678-6D28-502A-9980-8EE77CB00744}" dt="2026-05-18T02:03:46.216" v="319" actId="26606"/>
          <ac:spMkLst>
            <pc:docMk/>
            <pc:sldMk cId="159826911" sldId="257"/>
            <ac:spMk id="2" creationId="{607F3A56-8B6D-2451-95BA-5053ADE18119}"/>
          </ac:spMkLst>
        </pc:spChg>
        <pc:spChg chg="del mod">
          <ac:chgData name="Tseng, Hsiao-Shan" userId="3e7865b7-ef07-416c-b3f8-175e31436dbd" providerId="ADAL" clId="{55CE0678-6D28-502A-9980-8EE77CB00744}" dt="2026-05-18T01:52:54.785" v="270"/>
          <ac:spMkLst>
            <pc:docMk/>
            <pc:sldMk cId="159826911" sldId="257"/>
            <ac:spMk id="3" creationId="{9BE6F6D0-B458-A904-34E9-8110895F8F2E}"/>
          </ac:spMkLst>
        </pc:spChg>
        <pc:spChg chg="add del">
          <ac:chgData name="Tseng, Hsiao-Shan" userId="3e7865b7-ef07-416c-b3f8-175e31436dbd" providerId="ADAL" clId="{55CE0678-6D28-502A-9980-8EE77CB00744}" dt="2026-05-18T02:03:46.216" v="319" actId="26606"/>
          <ac:spMkLst>
            <pc:docMk/>
            <pc:sldMk cId="159826911" sldId="257"/>
            <ac:spMk id="9" creationId="{B8AFBB67-2575-4F5A-96CF-CD2EB02A1EF0}"/>
          </ac:spMkLst>
        </pc:spChg>
        <pc:spChg chg="add">
          <ac:chgData name="Tseng, Hsiao-Shan" userId="3e7865b7-ef07-416c-b3f8-175e31436dbd" providerId="ADAL" clId="{55CE0678-6D28-502A-9980-8EE77CB00744}" dt="2026-05-18T02:03:46.216" v="319" actId="26606"/>
          <ac:spMkLst>
            <pc:docMk/>
            <pc:sldMk cId="159826911" sldId="257"/>
            <ac:spMk id="14" creationId="{419501C6-F015-4273-AF88-E0F6C853899F}"/>
          </ac:spMkLst>
        </pc:spChg>
        <pc:spChg chg="add">
          <ac:chgData name="Tseng, Hsiao-Shan" userId="3e7865b7-ef07-416c-b3f8-175e31436dbd" providerId="ADAL" clId="{55CE0678-6D28-502A-9980-8EE77CB00744}" dt="2026-05-18T02:03:46.216" v="319" actId="26606"/>
          <ac:spMkLst>
            <pc:docMk/>
            <pc:sldMk cId="159826911" sldId="257"/>
            <ac:spMk id="16" creationId="{CA677DB7-5829-45BD-9754-5EC484CC4253}"/>
          </ac:spMkLst>
        </pc:spChg>
        <pc:picChg chg="add mod">
          <ac:chgData name="Tseng, Hsiao-Shan" userId="3e7865b7-ef07-416c-b3f8-175e31436dbd" providerId="ADAL" clId="{55CE0678-6D28-502A-9980-8EE77CB00744}" dt="2026-05-18T02:03:58.625" v="321" actId="1076"/>
          <ac:picMkLst>
            <pc:docMk/>
            <pc:sldMk cId="159826911" sldId="257"/>
            <ac:picMk id="4" creationId="{4C0FA718-179F-D821-FAFE-DBC9F1A9E42A}"/>
          </ac:picMkLst>
        </pc:picChg>
      </pc:sldChg>
      <pc:sldChg chg="addSp modSp mod setBg">
        <pc:chgData name="Tseng, Hsiao-Shan" userId="3e7865b7-ef07-416c-b3f8-175e31436dbd" providerId="ADAL" clId="{55CE0678-6D28-502A-9980-8EE77CB00744}" dt="2026-05-18T02:03:30.215" v="318" actId="1076"/>
        <pc:sldMkLst>
          <pc:docMk/>
          <pc:sldMk cId="4114061873" sldId="258"/>
        </pc:sldMkLst>
        <pc:spChg chg="mod">
          <ac:chgData name="Tseng, Hsiao-Shan" userId="3e7865b7-ef07-416c-b3f8-175e31436dbd" providerId="ADAL" clId="{55CE0678-6D28-502A-9980-8EE77CB00744}" dt="2026-05-18T01:56:55.152" v="293" actId="26606"/>
          <ac:spMkLst>
            <pc:docMk/>
            <pc:sldMk cId="4114061873" sldId="258"/>
            <ac:spMk id="2" creationId="{17F7EFE6-D473-77C3-2A09-0A7EB7C5309C}"/>
          </ac:spMkLst>
        </pc:spChg>
        <pc:spChg chg="mod">
          <ac:chgData name="Tseng, Hsiao-Shan" userId="3e7865b7-ef07-416c-b3f8-175e31436dbd" providerId="ADAL" clId="{55CE0678-6D28-502A-9980-8EE77CB00744}" dt="2026-05-18T02:03:30.215" v="318" actId="1076"/>
          <ac:spMkLst>
            <pc:docMk/>
            <pc:sldMk cId="4114061873" sldId="258"/>
            <ac:spMk id="3" creationId="{CE3056B7-BE6B-CB94-1341-D8EB2660C69A}"/>
          </ac:spMkLst>
        </pc:spChg>
        <pc:spChg chg="add">
          <ac:chgData name="Tseng, Hsiao-Shan" userId="3e7865b7-ef07-416c-b3f8-175e31436dbd" providerId="ADAL" clId="{55CE0678-6D28-502A-9980-8EE77CB00744}" dt="2026-05-18T01:56:55.152" v="293" actId="26606"/>
          <ac:spMkLst>
            <pc:docMk/>
            <pc:sldMk cId="4114061873" sldId="258"/>
            <ac:spMk id="8" creationId="{C33976D1-3430-450C-A978-87A9A6E8E71F}"/>
          </ac:spMkLst>
        </pc:spChg>
        <pc:spChg chg="add">
          <ac:chgData name="Tseng, Hsiao-Shan" userId="3e7865b7-ef07-416c-b3f8-175e31436dbd" providerId="ADAL" clId="{55CE0678-6D28-502A-9980-8EE77CB00744}" dt="2026-05-18T01:56:55.152" v="293" actId="26606"/>
          <ac:spMkLst>
            <pc:docMk/>
            <pc:sldMk cId="4114061873" sldId="258"/>
            <ac:spMk id="10" creationId="{7D6AAC78-7D86-415A-ADC1-2B474807960C}"/>
          </ac:spMkLst>
        </pc:spChg>
        <pc:spChg chg="add">
          <ac:chgData name="Tseng, Hsiao-Shan" userId="3e7865b7-ef07-416c-b3f8-175e31436dbd" providerId="ADAL" clId="{55CE0678-6D28-502A-9980-8EE77CB00744}" dt="2026-05-18T01:56:55.152" v="293" actId="26606"/>
          <ac:spMkLst>
            <pc:docMk/>
            <pc:sldMk cId="4114061873" sldId="258"/>
            <ac:spMk id="12" creationId="{F2A658D9-F185-44F1-BA33-D50320D1D078}"/>
          </ac:spMkLst>
        </pc:spChg>
      </pc:sldChg>
      <pc:sldChg chg="addSp delSp modSp new mod setBg">
        <pc:chgData name="Tseng, Hsiao-Shan" userId="3e7865b7-ef07-416c-b3f8-175e31436dbd" providerId="ADAL" clId="{55CE0678-6D28-502A-9980-8EE77CB00744}" dt="2026-05-18T01:57:40.731" v="297" actId="12100"/>
        <pc:sldMkLst>
          <pc:docMk/>
          <pc:sldMk cId="1211431377" sldId="259"/>
        </pc:sldMkLst>
        <pc:spChg chg="mod">
          <ac:chgData name="Tseng, Hsiao-Shan" userId="3e7865b7-ef07-416c-b3f8-175e31436dbd" providerId="ADAL" clId="{55CE0678-6D28-502A-9980-8EE77CB00744}" dt="2026-05-18T01:57:24.113" v="295" actId="26606"/>
          <ac:spMkLst>
            <pc:docMk/>
            <pc:sldMk cId="1211431377" sldId="259"/>
            <ac:spMk id="2" creationId="{12FC1B96-E443-C787-A27E-241133A763A4}"/>
          </ac:spMkLst>
        </pc:spChg>
        <pc:spChg chg="del mod">
          <ac:chgData name="Tseng, Hsiao-Shan" userId="3e7865b7-ef07-416c-b3f8-175e31436dbd" providerId="ADAL" clId="{55CE0678-6D28-502A-9980-8EE77CB00744}" dt="2026-05-18T01:57:24.113" v="295" actId="26606"/>
          <ac:spMkLst>
            <pc:docMk/>
            <pc:sldMk cId="1211431377" sldId="259"/>
            <ac:spMk id="3" creationId="{403F2B00-14F1-37AB-E1FC-BB0FA4BF892F}"/>
          </ac:spMkLst>
        </pc:spChg>
        <pc:graphicFrameChg chg="add mod">
          <ac:chgData name="Tseng, Hsiao-Shan" userId="3e7865b7-ef07-416c-b3f8-175e31436dbd" providerId="ADAL" clId="{55CE0678-6D28-502A-9980-8EE77CB00744}" dt="2026-05-18T01:57:40.731" v="297" actId="12100"/>
          <ac:graphicFrameMkLst>
            <pc:docMk/>
            <pc:sldMk cId="1211431377" sldId="259"/>
            <ac:graphicFrameMk id="5" creationId="{A2383199-F7D6-685B-203D-DC23B676FFD5}"/>
          </ac:graphicFrameMkLst>
        </pc:graphicFrameChg>
      </pc:sldChg>
      <pc:sldChg chg="addSp delSp modSp new mod ord setBg">
        <pc:chgData name="Tseng, Hsiao-Shan" userId="3e7865b7-ef07-416c-b3f8-175e31436dbd" providerId="ADAL" clId="{55CE0678-6D28-502A-9980-8EE77CB00744}" dt="2026-05-18T01:58:27.547" v="298" actId="26606"/>
        <pc:sldMkLst>
          <pc:docMk/>
          <pc:sldMk cId="1637364068" sldId="260"/>
        </pc:sldMkLst>
        <pc:spChg chg="mod">
          <ac:chgData name="Tseng, Hsiao-Shan" userId="3e7865b7-ef07-416c-b3f8-175e31436dbd" providerId="ADAL" clId="{55CE0678-6D28-502A-9980-8EE77CB00744}" dt="2026-05-18T01:58:27.547" v="298" actId="26606"/>
          <ac:spMkLst>
            <pc:docMk/>
            <pc:sldMk cId="1637364068" sldId="260"/>
            <ac:spMk id="2" creationId="{C057D5D6-E127-92B7-E44D-CB69C91B02EA}"/>
          </ac:spMkLst>
        </pc:spChg>
        <pc:spChg chg="del mod">
          <ac:chgData name="Tseng, Hsiao-Shan" userId="3e7865b7-ef07-416c-b3f8-175e31436dbd" providerId="ADAL" clId="{55CE0678-6D28-502A-9980-8EE77CB00744}" dt="2026-05-18T01:58:27.547" v="298" actId="26606"/>
          <ac:spMkLst>
            <pc:docMk/>
            <pc:sldMk cId="1637364068" sldId="260"/>
            <ac:spMk id="3" creationId="{3C0A0BD1-6DED-26B3-28DF-6C69F8CA2F3C}"/>
          </ac:spMkLst>
        </pc:spChg>
        <pc:graphicFrameChg chg="add">
          <ac:chgData name="Tseng, Hsiao-Shan" userId="3e7865b7-ef07-416c-b3f8-175e31436dbd" providerId="ADAL" clId="{55CE0678-6D28-502A-9980-8EE77CB00744}" dt="2026-05-18T01:58:27.547" v="298" actId="26606"/>
          <ac:graphicFrameMkLst>
            <pc:docMk/>
            <pc:sldMk cId="1637364068" sldId="260"/>
            <ac:graphicFrameMk id="5" creationId="{47D8E41F-14C1-6FF3-34F1-B06221C522D8}"/>
          </ac:graphicFrameMkLst>
        </pc:graphicFrameChg>
      </pc:sldChg>
      <pc:sldChg chg="addSp delSp modSp new mod setBg">
        <pc:chgData name="Tseng, Hsiao-Shan" userId="3e7865b7-ef07-416c-b3f8-175e31436dbd" providerId="ADAL" clId="{55CE0678-6D28-502A-9980-8EE77CB00744}" dt="2026-05-18T01:58:42.048" v="299" actId="26606"/>
        <pc:sldMkLst>
          <pc:docMk/>
          <pc:sldMk cId="476821483" sldId="261"/>
        </pc:sldMkLst>
        <pc:spChg chg="mod">
          <ac:chgData name="Tseng, Hsiao-Shan" userId="3e7865b7-ef07-416c-b3f8-175e31436dbd" providerId="ADAL" clId="{55CE0678-6D28-502A-9980-8EE77CB00744}" dt="2026-05-18T01:58:42.048" v="299" actId="26606"/>
          <ac:spMkLst>
            <pc:docMk/>
            <pc:sldMk cId="476821483" sldId="261"/>
            <ac:spMk id="2" creationId="{ED1164F1-7F4F-DB51-7676-8DAD3249E692}"/>
          </ac:spMkLst>
        </pc:spChg>
        <pc:spChg chg="del mod">
          <ac:chgData name="Tseng, Hsiao-Shan" userId="3e7865b7-ef07-416c-b3f8-175e31436dbd" providerId="ADAL" clId="{55CE0678-6D28-502A-9980-8EE77CB00744}" dt="2026-05-18T01:58:42.048" v="299" actId="26606"/>
          <ac:spMkLst>
            <pc:docMk/>
            <pc:sldMk cId="476821483" sldId="261"/>
            <ac:spMk id="3" creationId="{D15FD576-9223-1609-F710-CECBBAEDC425}"/>
          </ac:spMkLst>
        </pc:spChg>
        <pc:spChg chg="add">
          <ac:chgData name="Tseng, Hsiao-Shan" userId="3e7865b7-ef07-416c-b3f8-175e31436dbd" providerId="ADAL" clId="{55CE0678-6D28-502A-9980-8EE77CB00744}" dt="2026-05-18T01:58:42.048" v="299" actId="26606"/>
          <ac:spMkLst>
            <pc:docMk/>
            <pc:sldMk cId="476821483" sldId="261"/>
            <ac:spMk id="9" creationId="{93F0ADB5-A0B4-4B01-A8C4-FDC34CE22BD4}"/>
          </ac:spMkLst>
        </pc:spChg>
        <pc:spChg chg="add">
          <ac:chgData name="Tseng, Hsiao-Shan" userId="3e7865b7-ef07-416c-b3f8-175e31436dbd" providerId="ADAL" clId="{55CE0678-6D28-502A-9980-8EE77CB00744}" dt="2026-05-18T01:58:42.048" v="299" actId="26606"/>
          <ac:spMkLst>
            <pc:docMk/>
            <pc:sldMk cId="476821483" sldId="261"/>
            <ac:spMk id="11" creationId="{AA6D0FDE-0241-4C21-A720-A69475358235}"/>
          </ac:spMkLst>
        </pc:spChg>
        <pc:graphicFrameChg chg="add">
          <ac:chgData name="Tseng, Hsiao-Shan" userId="3e7865b7-ef07-416c-b3f8-175e31436dbd" providerId="ADAL" clId="{55CE0678-6D28-502A-9980-8EE77CB00744}" dt="2026-05-18T01:58:42.048" v="299" actId="26606"/>
          <ac:graphicFrameMkLst>
            <pc:docMk/>
            <pc:sldMk cId="476821483" sldId="261"/>
            <ac:graphicFrameMk id="5" creationId="{4F4E06D5-A9EA-A846-35C2-8A6AFB8F2900}"/>
          </ac:graphicFrameMkLst>
        </pc:graphicFrameChg>
      </pc:sldChg>
      <pc:sldChg chg="addSp delSp modSp new mod setBg">
        <pc:chgData name="Tseng, Hsiao-Shan" userId="3e7865b7-ef07-416c-b3f8-175e31436dbd" providerId="ADAL" clId="{55CE0678-6D28-502A-9980-8EE77CB00744}" dt="2026-05-18T02:01:20.411" v="306" actId="13782"/>
        <pc:sldMkLst>
          <pc:docMk/>
          <pc:sldMk cId="1519592702" sldId="262"/>
        </pc:sldMkLst>
        <pc:spChg chg="mod">
          <ac:chgData name="Tseng, Hsiao-Shan" userId="3e7865b7-ef07-416c-b3f8-175e31436dbd" providerId="ADAL" clId="{55CE0678-6D28-502A-9980-8EE77CB00744}" dt="2026-05-18T01:59:27.995" v="302" actId="26606"/>
          <ac:spMkLst>
            <pc:docMk/>
            <pc:sldMk cId="1519592702" sldId="262"/>
            <ac:spMk id="2" creationId="{8BBBCD13-DCB9-A676-59E2-67AA54BF3E26}"/>
          </ac:spMkLst>
        </pc:spChg>
        <pc:spChg chg="add del mod">
          <ac:chgData name="Tseng, Hsiao-Shan" userId="3e7865b7-ef07-416c-b3f8-175e31436dbd" providerId="ADAL" clId="{55CE0678-6D28-502A-9980-8EE77CB00744}" dt="2026-05-18T01:59:27.995" v="302" actId="26606"/>
          <ac:spMkLst>
            <pc:docMk/>
            <pc:sldMk cId="1519592702" sldId="262"/>
            <ac:spMk id="3" creationId="{98CA1C2E-A464-97F7-F894-7A9AA6E9FE90}"/>
          </ac:spMkLst>
        </pc:spChg>
        <pc:spChg chg="add del">
          <ac:chgData name="Tseng, Hsiao-Shan" userId="3e7865b7-ef07-416c-b3f8-175e31436dbd" providerId="ADAL" clId="{55CE0678-6D28-502A-9980-8EE77CB00744}" dt="2026-05-18T01:59:27.964" v="301" actId="26606"/>
          <ac:spMkLst>
            <pc:docMk/>
            <pc:sldMk cId="1519592702" sldId="262"/>
            <ac:spMk id="9" creationId="{93F0ADB5-A0B4-4B01-A8C4-FDC34CE22BD4}"/>
          </ac:spMkLst>
        </pc:spChg>
        <pc:spChg chg="add del">
          <ac:chgData name="Tseng, Hsiao-Shan" userId="3e7865b7-ef07-416c-b3f8-175e31436dbd" providerId="ADAL" clId="{55CE0678-6D28-502A-9980-8EE77CB00744}" dt="2026-05-18T01:59:27.964" v="301" actId="26606"/>
          <ac:spMkLst>
            <pc:docMk/>
            <pc:sldMk cId="1519592702" sldId="262"/>
            <ac:spMk id="11" creationId="{AA6D0FDE-0241-4C21-A720-A69475358235}"/>
          </ac:spMkLst>
        </pc:spChg>
        <pc:graphicFrameChg chg="add del">
          <ac:chgData name="Tseng, Hsiao-Shan" userId="3e7865b7-ef07-416c-b3f8-175e31436dbd" providerId="ADAL" clId="{55CE0678-6D28-502A-9980-8EE77CB00744}" dt="2026-05-18T01:59:27.964" v="301" actId="26606"/>
          <ac:graphicFrameMkLst>
            <pc:docMk/>
            <pc:sldMk cId="1519592702" sldId="262"/>
            <ac:graphicFrameMk id="5" creationId="{D0C0D720-0BC3-7EC2-4217-1DDC39525C38}"/>
          </ac:graphicFrameMkLst>
        </pc:graphicFrameChg>
        <pc:graphicFrameChg chg="add mod">
          <ac:chgData name="Tseng, Hsiao-Shan" userId="3e7865b7-ef07-416c-b3f8-175e31436dbd" providerId="ADAL" clId="{55CE0678-6D28-502A-9980-8EE77CB00744}" dt="2026-05-18T02:01:20.411" v="306" actId="13782"/>
          <ac:graphicFrameMkLst>
            <pc:docMk/>
            <pc:sldMk cId="1519592702" sldId="262"/>
            <ac:graphicFrameMk id="13" creationId="{9C76E193-B402-7442-9090-6B51C31D3F32}"/>
          </ac:graphicFrameMkLst>
        </pc:graphicFrameChg>
      </pc:sldChg>
      <pc:sldChg chg="addSp delSp modSp new mod setBg">
        <pc:chgData name="Tseng, Hsiao-Shan" userId="3e7865b7-ef07-416c-b3f8-175e31436dbd" providerId="ADAL" clId="{55CE0678-6D28-502A-9980-8EE77CB00744}" dt="2026-05-18T02:01:50.967" v="307" actId="26606"/>
        <pc:sldMkLst>
          <pc:docMk/>
          <pc:sldMk cId="2053669845" sldId="263"/>
        </pc:sldMkLst>
        <pc:spChg chg="mod">
          <ac:chgData name="Tseng, Hsiao-Shan" userId="3e7865b7-ef07-416c-b3f8-175e31436dbd" providerId="ADAL" clId="{55CE0678-6D28-502A-9980-8EE77CB00744}" dt="2026-05-18T02:01:50.967" v="307" actId="26606"/>
          <ac:spMkLst>
            <pc:docMk/>
            <pc:sldMk cId="2053669845" sldId="263"/>
            <ac:spMk id="2" creationId="{CFCCDBF0-21D2-3282-9FD4-90B695AFBA76}"/>
          </ac:spMkLst>
        </pc:spChg>
        <pc:spChg chg="del mod">
          <ac:chgData name="Tseng, Hsiao-Shan" userId="3e7865b7-ef07-416c-b3f8-175e31436dbd" providerId="ADAL" clId="{55CE0678-6D28-502A-9980-8EE77CB00744}" dt="2026-05-18T02:01:50.967" v="307" actId="26606"/>
          <ac:spMkLst>
            <pc:docMk/>
            <pc:sldMk cId="2053669845" sldId="263"/>
            <ac:spMk id="3" creationId="{8E4B01EA-7BE8-5808-24EF-7A69711A9848}"/>
          </ac:spMkLst>
        </pc:spChg>
        <pc:spChg chg="add">
          <ac:chgData name="Tseng, Hsiao-Shan" userId="3e7865b7-ef07-416c-b3f8-175e31436dbd" providerId="ADAL" clId="{55CE0678-6D28-502A-9980-8EE77CB00744}" dt="2026-05-18T02:01:50.967" v="307" actId="26606"/>
          <ac:spMkLst>
            <pc:docMk/>
            <pc:sldMk cId="2053669845" sldId="263"/>
            <ac:spMk id="9" creationId="{4E866FF9-A729-45F0-A163-10E89E871602}"/>
          </ac:spMkLst>
        </pc:spChg>
        <pc:spChg chg="add">
          <ac:chgData name="Tseng, Hsiao-Shan" userId="3e7865b7-ef07-416c-b3f8-175e31436dbd" providerId="ADAL" clId="{55CE0678-6D28-502A-9980-8EE77CB00744}" dt="2026-05-18T02:01:50.967" v="307" actId="26606"/>
          <ac:spMkLst>
            <pc:docMk/>
            <pc:sldMk cId="2053669845" sldId="263"/>
            <ac:spMk id="11" creationId="{A804366F-2366-4688-98E7-B101C7BC6146}"/>
          </ac:spMkLst>
        </pc:spChg>
        <pc:graphicFrameChg chg="add">
          <ac:chgData name="Tseng, Hsiao-Shan" userId="3e7865b7-ef07-416c-b3f8-175e31436dbd" providerId="ADAL" clId="{55CE0678-6D28-502A-9980-8EE77CB00744}" dt="2026-05-18T02:01:50.967" v="307" actId="26606"/>
          <ac:graphicFrameMkLst>
            <pc:docMk/>
            <pc:sldMk cId="2053669845" sldId="263"/>
            <ac:graphicFrameMk id="5" creationId="{1A4CEFA4-B0A3-0119-E723-DB407FDAE038}"/>
          </ac:graphicFrameMkLst>
        </pc:graphicFrameChg>
      </pc:sldChg>
      <pc:sldChg chg="addSp delSp modSp new mod setBg">
        <pc:chgData name="Tseng, Hsiao-Shan" userId="3e7865b7-ef07-416c-b3f8-175e31436dbd" providerId="ADAL" clId="{55CE0678-6D28-502A-9980-8EE77CB00744}" dt="2026-05-18T02:06:35.897" v="322" actId="255"/>
        <pc:sldMkLst>
          <pc:docMk/>
          <pc:sldMk cId="3784775394" sldId="264"/>
        </pc:sldMkLst>
        <pc:spChg chg="mod">
          <ac:chgData name="Tseng, Hsiao-Shan" userId="3e7865b7-ef07-416c-b3f8-175e31436dbd" providerId="ADAL" clId="{55CE0678-6D28-502A-9980-8EE77CB00744}" dt="2026-05-18T02:02:23.225" v="308" actId="26606"/>
          <ac:spMkLst>
            <pc:docMk/>
            <pc:sldMk cId="3784775394" sldId="264"/>
            <ac:spMk id="2" creationId="{1BF92FED-AAE8-0490-BDDD-65D189DB230A}"/>
          </ac:spMkLst>
        </pc:spChg>
        <pc:spChg chg="mod">
          <ac:chgData name="Tseng, Hsiao-Shan" userId="3e7865b7-ef07-416c-b3f8-175e31436dbd" providerId="ADAL" clId="{55CE0678-6D28-502A-9980-8EE77CB00744}" dt="2026-05-18T02:06:35.897" v="322" actId="255"/>
          <ac:spMkLst>
            <pc:docMk/>
            <pc:sldMk cId="3784775394" sldId="264"/>
            <ac:spMk id="3" creationId="{A6F3669F-A0BB-E983-E72D-FE837280C719}"/>
          </ac:spMkLst>
        </pc:spChg>
      </pc:sldChg>
    </pc:docChg>
  </pc:docChgLst>
  <pc:docChgLst>
    <pc:chgData name="Ugarte Troy, Ashley" userId="S::e2089834@cmaisonneuve.qc.ca::795a6414-fe62-4ee6-b3d7-b78ad2076aaa" providerId="AD" clId="Web-{539FAB2F-BB57-B530-5FA1-95A07EFA8883}"/>
    <pc:docChg chg="modSld">
      <pc:chgData name="Ugarte Troy, Ashley" userId="S::e2089834@cmaisonneuve.qc.ca::795a6414-fe62-4ee6-b3d7-b78ad2076aaa" providerId="AD" clId="Web-{539FAB2F-BB57-B530-5FA1-95A07EFA8883}" dt="2026-05-11T18:05:10.230" v="0"/>
      <pc:docMkLst>
        <pc:docMk/>
      </pc:docMkLst>
      <pc:sldChg chg="mod modShow">
        <pc:chgData name="Ugarte Troy, Ashley" userId="S::e2089834@cmaisonneuve.qc.ca::795a6414-fe62-4ee6-b3d7-b78ad2076aaa" providerId="AD" clId="Web-{539FAB2F-BB57-B530-5FA1-95A07EFA8883}" dt="2026-05-11T18:05:10.230" v="0"/>
        <pc:sldMkLst>
          <pc:docMk/>
          <pc:sldMk cId="1492878121" sldId="25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2748C8-4929-46C8-9CA4-63E188D082FB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B5A3CDD-4210-4CDA-97D4-837B8543525B}">
      <dgm:prSet/>
      <dgm:spPr/>
      <dgm:t>
        <a:bodyPr/>
        <a:lstStyle/>
        <a:p>
          <a:r>
            <a:rPr lang="fr-CA"/>
            <a:t>L’architecture générale (serveur, base de données, interface) </a:t>
          </a:r>
          <a:endParaRPr lang="en-US"/>
        </a:p>
      </dgm:t>
    </dgm:pt>
    <dgm:pt modelId="{790DEF52-B58E-4C4E-9235-68B4B0F21A25}" type="parTrans" cxnId="{B298CF93-A51A-4E20-82B5-914479F4B054}">
      <dgm:prSet/>
      <dgm:spPr/>
      <dgm:t>
        <a:bodyPr/>
        <a:lstStyle/>
        <a:p>
          <a:endParaRPr lang="en-US"/>
        </a:p>
      </dgm:t>
    </dgm:pt>
    <dgm:pt modelId="{2C26ACC1-69C7-4CF5-93B0-BCAF86423D4C}" type="sibTrans" cxnId="{B298CF93-A51A-4E20-82B5-914479F4B054}">
      <dgm:prSet/>
      <dgm:spPr/>
      <dgm:t>
        <a:bodyPr/>
        <a:lstStyle/>
        <a:p>
          <a:endParaRPr lang="en-US"/>
        </a:p>
      </dgm:t>
    </dgm:pt>
    <dgm:pt modelId="{43CA92ED-3115-42A2-BEE2-4C16492A0A0C}">
      <dgm:prSet/>
      <dgm:spPr/>
      <dgm:t>
        <a:bodyPr/>
        <a:lstStyle/>
        <a:p>
          <a:r>
            <a:rPr lang="fr-CA" dirty="0"/>
            <a:t>L’organisation du projet </a:t>
          </a:r>
          <a:endParaRPr lang="en-US" dirty="0"/>
        </a:p>
      </dgm:t>
    </dgm:pt>
    <dgm:pt modelId="{1EEED844-22D1-4525-903D-29A97416B090}" type="parTrans" cxnId="{529C70AE-2A02-4E28-B151-6556494803AF}">
      <dgm:prSet/>
      <dgm:spPr/>
      <dgm:t>
        <a:bodyPr/>
        <a:lstStyle/>
        <a:p>
          <a:endParaRPr lang="en-US"/>
        </a:p>
      </dgm:t>
    </dgm:pt>
    <dgm:pt modelId="{67C669F9-5756-41CF-BDCB-63D494197795}" type="sibTrans" cxnId="{529C70AE-2A02-4E28-B151-6556494803AF}">
      <dgm:prSet/>
      <dgm:spPr/>
      <dgm:t>
        <a:bodyPr/>
        <a:lstStyle/>
        <a:p>
          <a:endParaRPr lang="en-US"/>
        </a:p>
      </dgm:t>
    </dgm:pt>
    <dgm:pt modelId="{1524A653-D8A1-484F-A1FB-B8CE229C5363}">
      <dgm:prSet/>
      <dgm:spPr/>
      <dgm:t>
        <a:bodyPr/>
        <a:lstStyle/>
        <a:p>
          <a:r>
            <a:rPr lang="fr-CA"/>
            <a:t>Les principaux choix réalisés</a:t>
          </a:r>
          <a:endParaRPr lang="en-US"/>
        </a:p>
      </dgm:t>
    </dgm:pt>
    <dgm:pt modelId="{3D70F10A-8A59-4D57-9813-96FABCAE7DA6}" type="parTrans" cxnId="{6C86315F-5BED-4322-A6B9-B8131473E369}">
      <dgm:prSet/>
      <dgm:spPr/>
      <dgm:t>
        <a:bodyPr/>
        <a:lstStyle/>
        <a:p>
          <a:endParaRPr lang="en-US"/>
        </a:p>
      </dgm:t>
    </dgm:pt>
    <dgm:pt modelId="{B3D3F6EF-9FCD-4439-9A2F-1DE281CD91C7}" type="sibTrans" cxnId="{6C86315F-5BED-4322-A6B9-B8131473E369}">
      <dgm:prSet/>
      <dgm:spPr/>
      <dgm:t>
        <a:bodyPr/>
        <a:lstStyle/>
        <a:p>
          <a:endParaRPr lang="en-US"/>
        </a:p>
      </dgm:t>
    </dgm:pt>
    <dgm:pt modelId="{B38B5780-B87A-9F4C-BA38-3F5B96EA60CC}" type="pres">
      <dgm:prSet presAssocID="{D52748C8-4929-46C8-9CA4-63E188D082F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A2B2A52-1BBD-9245-B42B-F76054540868}" type="pres">
      <dgm:prSet presAssocID="{FB5A3CDD-4210-4CDA-97D4-837B8543525B}" presName="hierRoot1" presStyleCnt="0"/>
      <dgm:spPr/>
    </dgm:pt>
    <dgm:pt modelId="{A3FCB105-7713-7B4F-BEC5-A20AF6679CC7}" type="pres">
      <dgm:prSet presAssocID="{FB5A3CDD-4210-4CDA-97D4-837B8543525B}" presName="composite" presStyleCnt="0"/>
      <dgm:spPr/>
    </dgm:pt>
    <dgm:pt modelId="{8F7A4568-ECCE-0C4B-827E-AE288001CF87}" type="pres">
      <dgm:prSet presAssocID="{FB5A3CDD-4210-4CDA-97D4-837B8543525B}" presName="background" presStyleLbl="node0" presStyleIdx="0" presStyleCnt="3"/>
      <dgm:spPr/>
    </dgm:pt>
    <dgm:pt modelId="{C030A755-CB22-7149-B302-F4DBCC806C91}" type="pres">
      <dgm:prSet presAssocID="{FB5A3CDD-4210-4CDA-97D4-837B8543525B}" presName="text" presStyleLbl="fgAcc0" presStyleIdx="0" presStyleCnt="3">
        <dgm:presLayoutVars>
          <dgm:chPref val="3"/>
        </dgm:presLayoutVars>
      </dgm:prSet>
      <dgm:spPr/>
    </dgm:pt>
    <dgm:pt modelId="{FA27540E-589C-B148-811A-49BEF96C8608}" type="pres">
      <dgm:prSet presAssocID="{FB5A3CDD-4210-4CDA-97D4-837B8543525B}" presName="hierChild2" presStyleCnt="0"/>
      <dgm:spPr/>
    </dgm:pt>
    <dgm:pt modelId="{6486661F-BCE6-5F43-B65C-BBFC048F117E}" type="pres">
      <dgm:prSet presAssocID="{43CA92ED-3115-42A2-BEE2-4C16492A0A0C}" presName="hierRoot1" presStyleCnt="0"/>
      <dgm:spPr/>
    </dgm:pt>
    <dgm:pt modelId="{BB835241-F472-4D43-8097-EFDD006C3372}" type="pres">
      <dgm:prSet presAssocID="{43CA92ED-3115-42A2-BEE2-4C16492A0A0C}" presName="composite" presStyleCnt="0"/>
      <dgm:spPr/>
    </dgm:pt>
    <dgm:pt modelId="{ECB6BB98-4794-9243-B343-5125986C818A}" type="pres">
      <dgm:prSet presAssocID="{43CA92ED-3115-42A2-BEE2-4C16492A0A0C}" presName="background" presStyleLbl="node0" presStyleIdx="1" presStyleCnt="3"/>
      <dgm:spPr/>
    </dgm:pt>
    <dgm:pt modelId="{3435EC70-A460-B14E-A1EF-28A927E224F9}" type="pres">
      <dgm:prSet presAssocID="{43CA92ED-3115-42A2-BEE2-4C16492A0A0C}" presName="text" presStyleLbl="fgAcc0" presStyleIdx="1" presStyleCnt="3">
        <dgm:presLayoutVars>
          <dgm:chPref val="3"/>
        </dgm:presLayoutVars>
      </dgm:prSet>
      <dgm:spPr/>
    </dgm:pt>
    <dgm:pt modelId="{D98BF774-AA8F-3E4D-9CC4-B98EBAAFA318}" type="pres">
      <dgm:prSet presAssocID="{43CA92ED-3115-42A2-BEE2-4C16492A0A0C}" presName="hierChild2" presStyleCnt="0"/>
      <dgm:spPr/>
    </dgm:pt>
    <dgm:pt modelId="{935A0C51-8485-3B4F-8165-ABCE96C02008}" type="pres">
      <dgm:prSet presAssocID="{1524A653-D8A1-484F-A1FB-B8CE229C5363}" presName="hierRoot1" presStyleCnt="0"/>
      <dgm:spPr/>
    </dgm:pt>
    <dgm:pt modelId="{5F492DBF-8D62-464B-A769-5A84D47A0EDA}" type="pres">
      <dgm:prSet presAssocID="{1524A653-D8A1-484F-A1FB-B8CE229C5363}" presName="composite" presStyleCnt="0"/>
      <dgm:spPr/>
    </dgm:pt>
    <dgm:pt modelId="{CC088BA6-FC37-D64D-862C-DBC4D7020EC5}" type="pres">
      <dgm:prSet presAssocID="{1524A653-D8A1-484F-A1FB-B8CE229C5363}" presName="background" presStyleLbl="node0" presStyleIdx="2" presStyleCnt="3"/>
      <dgm:spPr/>
    </dgm:pt>
    <dgm:pt modelId="{F34B8AB4-66FC-BB4A-A4F1-DD44723832C1}" type="pres">
      <dgm:prSet presAssocID="{1524A653-D8A1-484F-A1FB-B8CE229C5363}" presName="text" presStyleLbl="fgAcc0" presStyleIdx="2" presStyleCnt="3">
        <dgm:presLayoutVars>
          <dgm:chPref val="3"/>
        </dgm:presLayoutVars>
      </dgm:prSet>
      <dgm:spPr/>
    </dgm:pt>
    <dgm:pt modelId="{91C76C5B-C391-924C-A078-7F15ECB91039}" type="pres">
      <dgm:prSet presAssocID="{1524A653-D8A1-484F-A1FB-B8CE229C5363}" presName="hierChild2" presStyleCnt="0"/>
      <dgm:spPr/>
    </dgm:pt>
  </dgm:ptLst>
  <dgm:cxnLst>
    <dgm:cxn modelId="{6C86315F-5BED-4322-A6B9-B8131473E369}" srcId="{D52748C8-4929-46C8-9CA4-63E188D082FB}" destId="{1524A653-D8A1-484F-A1FB-B8CE229C5363}" srcOrd="2" destOrd="0" parTransId="{3D70F10A-8A59-4D57-9813-96FABCAE7DA6}" sibTransId="{B3D3F6EF-9FCD-4439-9A2F-1DE281CD91C7}"/>
    <dgm:cxn modelId="{DB867F6A-0B12-634E-8B88-7E4F4CC08DA7}" type="presOf" srcId="{D52748C8-4929-46C8-9CA4-63E188D082FB}" destId="{B38B5780-B87A-9F4C-BA38-3F5B96EA60CC}" srcOrd="0" destOrd="0" presId="urn:microsoft.com/office/officeart/2005/8/layout/hierarchy1"/>
    <dgm:cxn modelId="{6EE6684B-98FF-1346-8BDF-3178365301FC}" type="presOf" srcId="{43CA92ED-3115-42A2-BEE2-4C16492A0A0C}" destId="{3435EC70-A460-B14E-A1EF-28A927E224F9}" srcOrd="0" destOrd="0" presId="urn:microsoft.com/office/officeart/2005/8/layout/hierarchy1"/>
    <dgm:cxn modelId="{B298CF93-A51A-4E20-82B5-914479F4B054}" srcId="{D52748C8-4929-46C8-9CA4-63E188D082FB}" destId="{FB5A3CDD-4210-4CDA-97D4-837B8543525B}" srcOrd="0" destOrd="0" parTransId="{790DEF52-B58E-4C4E-9235-68B4B0F21A25}" sibTransId="{2C26ACC1-69C7-4CF5-93B0-BCAF86423D4C}"/>
    <dgm:cxn modelId="{529C70AE-2A02-4E28-B151-6556494803AF}" srcId="{D52748C8-4929-46C8-9CA4-63E188D082FB}" destId="{43CA92ED-3115-42A2-BEE2-4C16492A0A0C}" srcOrd="1" destOrd="0" parTransId="{1EEED844-22D1-4525-903D-29A97416B090}" sibTransId="{67C669F9-5756-41CF-BDCB-63D494197795}"/>
    <dgm:cxn modelId="{F3D7B1C4-D30D-1748-BA1E-5778CB3A6E0F}" type="presOf" srcId="{1524A653-D8A1-484F-A1FB-B8CE229C5363}" destId="{F34B8AB4-66FC-BB4A-A4F1-DD44723832C1}" srcOrd="0" destOrd="0" presId="urn:microsoft.com/office/officeart/2005/8/layout/hierarchy1"/>
    <dgm:cxn modelId="{F5D5E0C6-9F9F-8349-98A6-13182B67DB7D}" type="presOf" srcId="{FB5A3CDD-4210-4CDA-97D4-837B8543525B}" destId="{C030A755-CB22-7149-B302-F4DBCC806C91}" srcOrd="0" destOrd="0" presId="urn:microsoft.com/office/officeart/2005/8/layout/hierarchy1"/>
    <dgm:cxn modelId="{FA3474C6-82E6-0E41-9FF8-7D13AA895795}" type="presParOf" srcId="{B38B5780-B87A-9F4C-BA38-3F5B96EA60CC}" destId="{4A2B2A52-1BBD-9245-B42B-F76054540868}" srcOrd="0" destOrd="0" presId="urn:microsoft.com/office/officeart/2005/8/layout/hierarchy1"/>
    <dgm:cxn modelId="{D346662E-9235-C347-BBAA-2609583D378B}" type="presParOf" srcId="{4A2B2A52-1BBD-9245-B42B-F76054540868}" destId="{A3FCB105-7713-7B4F-BEC5-A20AF6679CC7}" srcOrd="0" destOrd="0" presId="urn:microsoft.com/office/officeart/2005/8/layout/hierarchy1"/>
    <dgm:cxn modelId="{7FBB835E-546B-0648-8E7B-2389C624B4E1}" type="presParOf" srcId="{A3FCB105-7713-7B4F-BEC5-A20AF6679CC7}" destId="{8F7A4568-ECCE-0C4B-827E-AE288001CF87}" srcOrd="0" destOrd="0" presId="urn:microsoft.com/office/officeart/2005/8/layout/hierarchy1"/>
    <dgm:cxn modelId="{E78333B1-2635-8448-8AD5-C36D592DEFE8}" type="presParOf" srcId="{A3FCB105-7713-7B4F-BEC5-A20AF6679CC7}" destId="{C030A755-CB22-7149-B302-F4DBCC806C91}" srcOrd="1" destOrd="0" presId="urn:microsoft.com/office/officeart/2005/8/layout/hierarchy1"/>
    <dgm:cxn modelId="{A8EF60C9-66AD-1944-AFBA-80C6D50472DE}" type="presParOf" srcId="{4A2B2A52-1BBD-9245-B42B-F76054540868}" destId="{FA27540E-589C-B148-811A-49BEF96C8608}" srcOrd="1" destOrd="0" presId="urn:microsoft.com/office/officeart/2005/8/layout/hierarchy1"/>
    <dgm:cxn modelId="{4E3562D8-FAAB-7E41-8506-7D551908F578}" type="presParOf" srcId="{B38B5780-B87A-9F4C-BA38-3F5B96EA60CC}" destId="{6486661F-BCE6-5F43-B65C-BBFC048F117E}" srcOrd="1" destOrd="0" presId="urn:microsoft.com/office/officeart/2005/8/layout/hierarchy1"/>
    <dgm:cxn modelId="{5B769159-C253-424E-8FEB-077566E7056E}" type="presParOf" srcId="{6486661F-BCE6-5F43-B65C-BBFC048F117E}" destId="{BB835241-F472-4D43-8097-EFDD006C3372}" srcOrd="0" destOrd="0" presId="urn:microsoft.com/office/officeart/2005/8/layout/hierarchy1"/>
    <dgm:cxn modelId="{D4ECF432-2426-804B-AED8-AC0CBE4CD5F3}" type="presParOf" srcId="{BB835241-F472-4D43-8097-EFDD006C3372}" destId="{ECB6BB98-4794-9243-B343-5125986C818A}" srcOrd="0" destOrd="0" presId="urn:microsoft.com/office/officeart/2005/8/layout/hierarchy1"/>
    <dgm:cxn modelId="{5D986007-217C-C04C-A61F-A4D6DD468997}" type="presParOf" srcId="{BB835241-F472-4D43-8097-EFDD006C3372}" destId="{3435EC70-A460-B14E-A1EF-28A927E224F9}" srcOrd="1" destOrd="0" presId="urn:microsoft.com/office/officeart/2005/8/layout/hierarchy1"/>
    <dgm:cxn modelId="{23EE7227-53A9-9141-946D-9B817EFE64C8}" type="presParOf" srcId="{6486661F-BCE6-5F43-B65C-BBFC048F117E}" destId="{D98BF774-AA8F-3E4D-9CC4-B98EBAAFA318}" srcOrd="1" destOrd="0" presId="urn:microsoft.com/office/officeart/2005/8/layout/hierarchy1"/>
    <dgm:cxn modelId="{1113C4B3-DF5A-294A-B46A-FC2903DDAAFE}" type="presParOf" srcId="{B38B5780-B87A-9F4C-BA38-3F5B96EA60CC}" destId="{935A0C51-8485-3B4F-8165-ABCE96C02008}" srcOrd="2" destOrd="0" presId="urn:microsoft.com/office/officeart/2005/8/layout/hierarchy1"/>
    <dgm:cxn modelId="{92A093BE-5191-2445-9F1A-EFFAA7B83174}" type="presParOf" srcId="{935A0C51-8485-3B4F-8165-ABCE96C02008}" destId="{5F492DBF-8D62-464B-A769-5A84D47A0EDA}" srcOrd="0" destOrd="0" presId="urn:microsoft.com/office/officeart/2005/8/layout/hierarchy1"/>
    <dgm:cxn modelId="{2302FEF3-D760-154F-B3B0-460EE57CAB0E}" type="presParOf" srcId="{5F492DBF-8D62-464B-A769-5A84D47A0EDA}" destId="{CC088BA6-FC37-D64D-862C-DBC4D7020EC5}" srcOrd="0" destOrd="0" presId="urn:microsoft.com/office/officeart/2005/8/layout/hierarchy1"/>
    <dgm:cxn modelId="{59ED251D-8A82-B64A-A01A-1B967243EC0C}" type="presParOf" srcId="{5F492DBF-8D62-464B-A769-5A84D47A0EDA}" destId="{F34B8AB4-66FC-BB4A-A4F1-DD44723832C1}" srcOrd="1" destOrd="0" presId="urn:microsoft.com/office/officeart/2005/8/layout/hierarchy1"/>
    <dgm:cxn modelId="{6F167DBA-42EC-B640-A1C8-731A963B8482}" type="presParOf" srcId="{935A0C51-8485-3B4F-8165-ABCE96C02008}" destId="{91C76C5B-C391-924C-A078-7F15ECB9103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F0E155-1A8E-40CA-AED7-BCE20E4F0B04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37728A-F550-47C3-9A60-47E8D13F535E}">
      <dgm:prSet/>
      <dgm:spPr/>
      <dgm:t>
        <a:bodyPr/>
        <a:lstStyle/>
        <a:p>
          <a:r>
            <a:rPr lang="fr-CA"/>
            <a:t>Comment le travail a été réparti</a:t>
          </a:r>
          <a:endParaRPr lang="en-US"/>
        </a:p>
      </dgm:t>
    </dgm:pt>
    <dgm:pt modelId="{5C391FE9-2295-4730-9866-CB2AB537B8E9}" type="parTrans" cxnId="{403890A6-921E-4DAE-BA41-77BE8A4F0A2A}">
      <dgm:prSet/>
      <dgm:spPr/>
      <dgm:t>
        <a:bodyPr/>
        <a:lstStyle/>
        <a:p>
          <a:endParaRPr lang="en-US"/>
        </a:p>
      </dgm:t>
    </dgm:pt>
    <dgm:pt modelId="{860A1D30-1D8A-470A-8FB6-80DBB58274D3}" type="sibTrans" cxnId="{403890A6-921E-4DAE-BA41-77BE8A4F0A2A}">
      <dgm:prSet phldrT="1" phldr="0"/>
      <dgm:spPr/>
      <dgm:t>
        <a:bodyPr/>
        <a:lstStyle/>
        <a:p>
          <a:r>
            <a:rPr lang="en-US" dirty="0"/>
            <a:t>1</a:t>
          </a:r>
        </a:p>
      </dgm:t>
    </dgm:pt>
    <dgm:pt modelId="{0AAAE40A-6BDB-4BC4-B7F4-BC9551322D57}">
      <dgm:prSet/>
      <dgm:spPr/>
      <dgm:t>
        <a:bodyPr/>
        <a:lstStyle/>
        <a:p>
          <a:r>
            <a:rPr lang="fr-CA"/>
            <a:t>Comment les tâches ont été suivies</a:t>
          </a:r>
          <a:endParaRPr lang="en-US"/>
        </a:p>
      </dgm:t>
    </dgm:pt>
    <dgm:pt modelId="{FC36131E-61A4-46D2-8E75-43D50D3F3EE6}" type="parTrans" cxnId="{4EE64CF3-354C-4297-942F-ABCB507686C8}">
      <dgm:prSet/>
      <dgm:spPr/>
      <dgm:t>
        <a:bodyPr/>
        <a:lstStyle/>
        <a:p>
          <a:endParaRPr lang="en-US"/>
        </a:p>
      </dgm:t>
    </dgm:pt>
    <dgm:pt modelId="{5FDEC9C7-2A0C-4841-92AA-DF5048BC27F3}" type="sibTrans" cxnId="{4EE64CF3-354C-4297-942F-ABCB507686C8}">
      <dgm:prSet phldrT="2" phldr="0"/>
      <dgm:spPr/>
      <dgm:t>
        <a:bodyPr/>
        <a:lstStyle/>
        <a:p>
          <a:r>
            <a:rPr lang="en-US" dirty="0"/>
            <a:t>2</a:t>
          </a:r>
        </a:p>
      </dgm:t>
    </dgm:pt>
    <dgm:pt modelId="{3C603788-2C2B-40F5-98A5-CACA985BD487}">
      <dgm:prSet/>
      <dgm:spPr/>
      <dgm:t>
        <a:bodyPr/>
        <a:lstStyle/>
        <a:p>
          <a:r>
            <a:rPr lang="fr-CA"/>
            <a:t>Comment l’équipe a collaboré</a:t>
          </a:r>
          <a:endParaRPr lang="en-US"/>
        </a:p>
      </dgm:t>
    </dgm:pt>
    <dgm:pt modelId="{AC446C62-FB7E-4544-A156-DD4F80AD80CA}" type="parTrans" cxnId="{609CFFC6-80D0-45BE-BAC6-2C82EF380D2A}">
      <dgm:prSet/>
      <dgm:spPr/>
      <dgm:t>
        <a:bodyPr/>
        <a:lstStyle/>
        <a:p>
          <a:endParaRPr lang="en-US"/>
        </a:p>
      </dgm:t>
    </dgm:pt>
    <dgm:pt modelId="{5EFD724E-F7B0-413F-B6E0-BB9C8F2EC66C}" type="sibTrans" cxnId="{609CFFC6-80D0-45BE-BAC6-2C82EF380D2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F202E1E-858F-4043-9EAE-5F273B34965B}">
      <dgm:prSet/>
      <dgm:spPr/>
      <dgm:t>
        <a:bodyPr/>
        <a:lstStyle/>
        <a:p>
          <a:r>
            <a:rPr lang="fr-CA"/>
            <a:t>Comment les sprints ont été gérés</a:t>
          </a:r>
          <a:endParaRPr lang="en-US"/>
        </a:p>
      </dgm:t>
    </dgm:pt>
    <dgm:pt modelId="{C5DCE3AA-EE5E-4BBA-87C3-B6765C448900}" type="parTrans" cxnId="{5715B660-85A2-470B-8083-FA62A67CA12E}">
      <dgm:prSet/>
      <dgm:spPr/>
      <dgm:t>
        <a:bodyPr/>
        <a:lstStyle/>
        <a:p>
          <a:endParaRPr lang="en-US"/>
        </a:p>
      </dgm:t>
    </dgm:pt>
    <dgm:pt modelId="{49153599-DA9A-438A-96DE-A3D737912F6F}" type="sibTrans" cxnId="{5715B660-85A2-470B-8083-FA62A67CA12E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E7255F91-CEFE-D442-8C5E-DE18A6042D47}" type="pres">
      <dgm:prSet presAssocID="{E6F0E155-1A8E-40CA-AED7-BCE20E4F0B04}" presName="Name0" presStyleCnt="0">
        <dgm:presLayoutVars>
          <dgm:animLvl val="lvl"/>
          <dgm:resizeHandles val="exact"/>
        </dgm:presLayoutVars>
      </dgm:prSet>
      <dgm:spPr/>
    </dgm:pt>
    <dgm:pt modelId="{BB28F986-43D4-6245-8E8B-6EB75D414B11}" type="pres">
      <dgm:prSet presAssocID="{7237728A-F550-47C3-9A60-47E8D13F535E}" presName="compositeNode" presStyleCnt="0">
        <dgm:presLayoutVars>
          <dgm:bulletEnabled val="1"/>
        </dgm:presLayoutVars>
      </dgm:prSet>
      <dgm:spPr/>
    </dgm:pt>
    <dgm:pt modelId="{A485551C-7E8F-CD4C-A2C0-7E9462BF6AAD}" type="pres">
      <dgm:prSet presAssocID="{7237728A-F550-47C3-9A60-47E8D13F535E}" presName="bgRect" presStyleLbl="bgAccFollowNode1" presStyleIdx="0" presStyleCnt="4"/>
      <dgm:spPr/>
    </dgm:pt>
    <dgm:pt modelId="{6F645F5E-20DE-A246-A6E3-4CF4E23844D8}" type="pres">
      <dgm:prSet presAssocID="{860A1D30-1D8A-470A-8FB6-80DBB58274D3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6E5DE5E8-746C-E848-B934-3840C03053DA}" type="pres">
      <dgm:prSet presAssocID="{7237728A-F550-47C3-9A60-47E8D13F535E}" presName="bottomLine" presStyleLbl="alignNode1" presStyleIdx="1" presStyleCnt="8">
        <dgm:presLayoutVars/>
      </dgm:prSet>
      <dgm:spPr/>
    </dgm:pt>
    <dgm:pt modelId="{1D24A61A-58E3-624A-B9F2-C26BCDCB145F}" type="pres">
      <dgm:prSet presAssocID="{7237728A-F550-47C3-9A60-47E8D13F535E}" presName="nodeText" presStyleLbl="bgAccFollowNode1" presStyleIdx="0" presStyleCnt="4">
        <dgm:presLayoutVars>
          <dgm:bulletEnabled val="1"/>
        </dgm:presLayoutVars>
      </dgm:prSet>
      <dgm:spPr/>
    </dgm:pt>
    <dgm:pt modelId="{0BB7551A-77CF-C744-86B5-2CD0155C652A}" type="pres">
      <dgm:prSet presAssocID="{860A1D30-1D8A-470A-8FB6-80DBB58274D3}" presName="sibTrans" presStyleCnt="0"/>
      <dgm:spPr/>
    </dgm:pt>
    <dgm:pt modelId="{B3F0EB02-C672-CD4E-B839-A12C12A16A8E}" type="pres">
      <dgm:prSet presAssocID="{0AAAE40A-6BDB-4BC4-B7F4-BC9551322D57}" presName="compositeNode" presStyleCnt="0">
        <dgm:presLayoutVars>
          <dgm:bulletEnabled val="1"/>
        </dgm:presLayoutVars>
      </dgm:prSet>
      <dgm:spPr/>
    </dgm:pt>
    <dgm:pt modelId="{642D7A96-F86E-EA47-B66D-DE9E2C8223E0}" type="pres">
      <dgm:prSet presAssocID="{0AAAE40A-6BDB-4BC4-B7F4-BC9551322D57}" presName="bgRect" presStyleLbl="bgAccFollowNode1" presStyleIdx="1" presStyleCnt="4"/>
      <dgm:spPr/>
    </dgm:pt>
    <dgm:pt modelId="{A32F9A4A-E3FD-7C47-898D-63065F8B9147}" type="pres">
      <dgm:prSet presAssocID="{5FDEC9C7-2A0C-4841-92AA-DF5048BC27F3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560ABBE2-661C-2B4E-AFAB-CE1946F9C9CF}" type="pres">
      <dgm:prSet presAssocID="{0AAAE40A-6BDB-4BC4-B7F4-BC9551322D57}" presName="bottomLine" presStyleLbl="alignNode1" presStyleIdx="3" presStyleCnt="8">
        <dgm:presLayoutVars/>
      </dgm:prSet>
      <dgm:spPr/>
    </dgm:pt>
    <dgm:pt modelId="{78EB5F64-BD5D-A543-9DBA-DB45EEF736D8}" type="pres">
      <dgm:prSet presAssocID="{0AAAE40A-6BDB-4BC4-B7F4-BC9551322D57}" presName="nodeText" presStyleLbl="bgAccFollowNode1" presStyleIdx="1" presStyleCnt="4">
        <dgm:presLayoutVars>
          <dgm:bulletEnabled val="1"/>
        </dgm:presLayoutVars>
      </dgm:prSet>
      <dgm:spPr/>
    </dgm:pt>
    <dgm:pt modelId="{53BC3CD1-341A-4645-B14F-EB4961C6047A}" type="pres">
      <dgm:prSet presAssocID="{5FDEC9C7-2A0C-4841-92AA-DF5048BC27F3}" presName="sibTrans" presStyleCnt="0"/>
      <dgm:spPr/>
    </dgm:pt>
    <dgm:pt modelId="{2271FFFE-BF31-8B4B-899A-78957F61F507}" type="pres">
      <dgm:prSet presAssocID="{3C603788-2C2B-40F5-98A5-CACA985BD487}" presName="compositeNode" presStyleCnt="0">
        <dgm:presLayoutVars>
          <dgm:bulletEnabled val="1"/>
        </dgm:presLayoutVars>
      </dgm:prSet>
      <dgm:spPr/>
    </dgm:pt>
    <dgm:pt modelId="{AE2E4BF7-3F6D-E841-897D-9E305F521BA9}" type="pres">
      <dgm:prSet presAssocID="{3C603788-2C2B-40F5-98A5-CACA985BD487}" presName="bgRect" presStyleLbl="bgAccFollowNode1" presStyleIdx="2" presStyleCnt="4"/>
      <dgm:spPr/>
    </dgm:pt>
    <dgm:pt modelId="{CE739F19-EE32-E54C-B163-CDD41515E7AE}" type="pres">
      <dgm:prSet presAssocID="{5EFD724E-F7B0-413F-B6E0-BB9C8F2EC66C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3C8E2830-1467-A04E-B2D4-B9E3D5F2BD7D}" type="pres">
      <dgm:prSet presAssocID="{3C603788-2C2B-40F5-98A5-CACA985BD487}" presName="bottomLine" presStyleLbl="alignNode1" presStyleIdx="5" presStyleCnt="8">
        <dgm:presLayoutVars/>
      </dgm:prSet>
      <dgm:spPr/>
    </dgm:pt>
    <dgm:pt modelId="{7AE399DE-15C0-F94E-B960-5440718B6A23}" type="pres">
      <dgm:prSet presAssocID="{3C603788-2C2B-40F5-98A5-CACA985BD487}" presName="nodeText" presStyleLbl="bgAccFollowNode1" presStyleIdx="2" presStyleCnt="4">
        <dgm:presLayoutVars>
          <dgm:bulletEnabled val="1"/>
        </dgm:presLayoutVars>
      </dgm:prSet>
      <dgm:spPr/>
    </dgm:pt>
    <dgm:pt modelId="{5AC192CD-3770-E043-B147-C3B1874C6F5D}" type="pres">
      <dgm:prSet presAssocID="{5EFD724E-F7B0-413F-B6E0-BB9C8F2EC66C}" presName="sibTrans" presStyleCnt="0"/>
      <dgm:spPr/>
    </dgm:pt>
    <dgm:pt modelId="{42CA54DD-E7FA-F147-9C19-3A5C1949186A}" type="pres">
      <dgm:prSet presAssocID="{6F202E1E-858F-4043-9EAE-5F273B34965B}" presName="compositeNode" presStyleCnt="0">
        <dgm:presLayoutVars>
          <dgm:bulletEnabled val="1"/>
        </dgm:presLayoutVars>
      </dgm:prSet>
      <dgm:spPr/>
    </dgm:pt>
    <dgm:pt modelId="{94CCA245-B1B7-D544-BBC4-155E7A40190B}" type="pres">
      <dgm:prSet presAssocID="{6F202E1E-858F-4043-9EAE-5F273B34965B}" presName="bgRect" presStyleLbl="bgAccFollowNode1" presStyleIdx="3" presStyleCnt="4"/>
      <dgm:spPr/>
    </dgm:pt>
    <dgm:pt modelId="{CC6428DE-1C3A-AF4A-92C0-85304C4F7DEE}" type="pres">
      <dgm:prSet presAssocID="{49153599-DA9A-438A-96DE-A3D737912F6F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C4D3031F-4EB0-A246-B8F0-45099E3EC7F5}" type="pres">
      <dgm:prSet presAssocID="{6F202E1E-858F-4043-9EAE-5F273B34965B}" presName="bottomLine" presStyleLbl="alignNode1" presStyleIdx="7" presStyleCnt="8">
        <dgm:presLayoutVars/>
      </dgm:prSet>
      <dgm:spPr/>
    </dgm:pt>
    <dgm:pt modelId="{ACB5F577-5EAC-1545-95A6-9978D2EFC698}" type="pres">
      <dgm:prSet presAssocID="{6F202E1E-858F-4043-9EAE-5F273B34965B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56245F0C-CF8F-7D42-801F-636E0FAD0E62}" type="presOf" srcId="{0AAAE40A-6BDB-4BC4-B7F4-BC9551322D57}" destId="{642D7A96-F86E-EA47-B66D-DE9E2C8223E0}" srcOrd="0" destOrd="0" presId="urn:microsoft.com/office/officeart/2016/7/layout/BasicLinearProcessNumbered"/>
    <dgm:cxn modelId="{68AA8519-73F6-CB46-A2C2-FD566AAFDBCD}" type="presOf" srcId="{5EFD724E-F7B0-413F-B6E0-BB9C8F2EC66C}" destId="{CE739F19-EE32-E54C-B163-CDD41515E7AE}" srcOrd="0" destOrd="0" presId="urn:microsoft.com/office/officeart/2016/7/layout/BasicLinearProcessNumbered"/>
    <dgm:cxn modelId="{B126BD3A-2AE6-F24A-A594-D08A0E8A4DFC}" type="presOf" srcId="{7237728A-F550-47C3-9A60-47E8D13F535E}" destId="{1D24A61A-58E3-624A-B9F2-C26BCDCB145F}" srcOrd="1" destOrd="0" presId="urn:microsoft.com/office/officeart/2016/7/layout/BasicLinearProcessNumbered"/>
    <dgm:cxn modelId="{5715B660-85A2-470B-8083-FA62A67CA12E}" srcId="{E6F0E155-1A8E-40CA-AED7-BCE20E4F0B04}" destId="{6F202E1E-858F-4043-9EAE-5F273B34965B}" srcOrd="3" destOrd="0" parTransId="{C5DCE3AA-EE5E-4BBA-87C3-B6765C448900}" sibTransId="{49153599-DA9A-438A-96DE-A3D737912F6F}"/>
    <dgm:cxn modelId="{5848B642-7233-934C-A351-97AC5349CF0D}" type="presOf" srcId="{6F202E1E-858F-4043-9EAE-5F273B34965B}" destId="{94CCA245-B1B7-D544-BBC4-155E7A40190B}" srcOrd="0" destOrd="0" presId="urn:microsoft.com/office/officeart/2016/7/layout/BasicLinearProcessNumbered"/>
    <dgm:cxn modelId="{A4643944-EF54-7745-A4C6-EA5D1CEF4067}" type="presOf" srcId="{0AAAE40A-6BDB-4BC4-B7F4-BC9551322D57}" destId="{78EB5F64-BD5D-A543-9DBA-DB45EEF736D8}" srcOrd="1" destOrd="0" presId="urn:microsoft.com/office/officeart/2016/7/layout/BasicLinearProcessNumbered"/>
    <dgm:cxn modelId="{70EAD967-27C8-5545-8609-914281A32BB8}" type="presOf" srcId="{E6F0E155-1A8E-40CA-AED7-BCE20E4F0B04}" destId="{E7255F91-CEFE-D442-8C5E-DE18A6042D47}" srcOrd="0" destOrd="0" presId="urn:microsoft.com/office/officeart/2016/7/layout/BasicLinearProcessNumbered"/>
    <dgm:cxn modelId="{FBFE5487-C42C-4E45-809A-3249C22BAD58}" type="presOf" srcId="{5FDEC9C7-2A0C-4841-92AA-DF5048BC27F3}" destId="{A32F9A4A-E3FD-7C47-898D-63065F8B9147}" srcOrd="0" destOrd="0" presId="urn:microsoft.com/office/officeart/2016/7/layout/BasicLinearProcessNumbered"/>
    <dgm:cxn modelId="{61899989-ACB0-5E47-B684-41B44FEE3881}" type="presOf" srcId="{860A1D30-1D8A-470A-8FB6-80DBB58274D3}" destId="{6F645F5E-20DE-A246-A6E3-4CF4E23844D8}" srcOrd="0" destOrd="0" presId="urn:microsoft.com/office/officeart/2016/7/layout/BasicLinearProcessNumbered"/>
    <dgm:cxn modelId="{7AB65B93-FBC5-1142-B9DC-4B6F04398579}" type="presOf" srcId="{7237728A-F550-47C3-9A60-47E8D13F535E}" destId="{A485551C-7E8F-CD4C-A2C0-7E9462BF6AAD}" srcOrd="0" destOrd="0" presId="urn:microsoft.com/office/officeart/2016/7/layout/BasicLinearProcessNumbered"/>
    <dgm:cxn modelId="{078BBF95-3B19-5744-AF27-9C526FB7BE56}" type="presOf" srcId="{3C603788-2C2B-40F5-98A5-CACA985BD487}" destId="{7AE399DE-15C0-F94E-B960-5440718B6A23}" srcOrd="1" destOrd="0" presId="urn:microsoft.com/office/officeart/2016/7/layout/BasicLinearProcessNumbered"/>
    <dgm:cxn modelId="{403890A6-921E-4DAE-BA41-77BE8A4F0A2A}" srcId="{E6F0E155-1A8E-40CA-AED7-BCE20E4F0B04}" destId="{7237728A-F550-47C3-9A60-47E8D13F535E}" srcOrd="0" destOrd="0" parTransId="{5C391FE9-2295-4730-9866-CB2AB537B8E9}" sibTransId="{860A1D30-1D8A-470A-8FB6-80DBB58274D3}"/>
    <dgm:cxn modelId="{609CFFC6-80D0-45BE-BAC6-2C82EF380D2A}" srcId="{E6F0E155-1A8E-40CA-AED7-BCE20E4F0B04}" destId="{3C603788-2C2B-40F5-98A5-CACA985BD487}" srcOrd="2" destOrd="0" parTransId="{AC446C62-FB7E-4544-A156-DD4F80AD80CA}" sibTransId="{5EFD724E-F7B0-413F-B6E0-BB9C8F2EC66C}"/>
    <dgm:cxn modelId="{824288CE-B044-5546-B810-60D25D5C1E09}" type="presOf" srcId="{49153599-DA9A-438A-96DE-A3D737912F6F}" destId="{CC6428DE-1C3A-AF4A-92C0-85304C4F7DEE}" srcOrd="0" destOrd="0" presId="urn:microsoft.com/office/officeart/2016/7/layout/BasicLinearProcessNumbered"/>
    <dgm:cxn modelId="{485E04EF-3CCD-7346-A619-F590D1B20514}" type="presOf" srcId="{6F202E1E-858F-4043-9EAE-5F273B34965B}" destId="{ACB5F577-5EAC-1545-95A6-9978D2EFC698}" srcOrd="1" destOrd="0" presId="urn:microsoft.com/office/officeart/2016/7/layout/BasicLinearProcessNumbered"/>
    <dgm:cxn modelId="{4EE64CF3-354C-4297-942F-ABCB507686C8}" srcId="{E6F0E155-1A8E-40CA-AED7-BCE20E4F0B04}" destId="{0AAAE40A-6BDB-4BC4-B7F4-BC9551322D57}" srcOrd="1" destOrd="0" parTransId="{FC36131E-61A4-46D2-8E75-43D50D3F3EE6}" sibTransId="{5FDEC9C7-2A0C-4841-92AA-DF5048BC27F3}"/>
    <dgm:cxn modelId="{9CE06EFD-CF94-4545-A6D2-A594F16577E3}" type="presOf" srcId="{3C603788-2C2B-40F5-98A5-CACA985BD487}" destId="{AE2E4BF7-3F6D-E841-897D-9E305F521BA9}" srcOrd="0" destOrd="0" presId="urn:microsoft.com/office/officeart/2016/7/layout/BasicLinearProcessNumbered"/>
    <dgm:cxn modelId="{6C7B1E7D-6ED6-154B-B6D3-D398E85F0DDF}" type="presParOf" srcId="{E7255F91-CEFE-D442-8C5E-DE18A6042D47}" destId="{BB28F986-43D4-6245-8E8B-6EB75D414B11}" srcOrd="0" destOrd="0" presId="urn:microsoft.com/office/officeart/2016/7/layout/BasicLinearProcessNumbered"/>
    <dgm:cxn modelId="{980209E1-5E12-5945-87C1-E4940E8CCB26}" type="presParOf" srcId="{BB28F986-43D4-6245-8E8B-6EB75D414B11}" destId="{A485551C-7E8F-CD4C-A2C0-7E9462BF6AAD}" srcOrd="0" destOrd="0" presId="urn:microsoft.com/office/officeart/2016/7/layout/BasicLinearProcessNumbered"/>
    <dgm:cxn modelId="{5CB49468-8E93-6242-A84F-61F230EF29A5}" type="presParOf" srcId="{BB28F986-43D4-6245-8E8B-6EB75D414B11}" destId="{6F645F5E-20DE-A246-A6E3-4CF4E23844D8}" srcOrd="1" destOrd="0" presId="urn:microsoft.com/office/officeart/2016/7/layout/BasicLinearProcessNumbered"/>
    <dgm:cxn modelId="{EE837015-F6A5-EF42-B6A7-F0B61CC347C3}" type="presParOf" srcId="{BB28F986-43D4-6245-8E8B-6EB75D414B11}" destId="{6E5DE5E8-746C-E848-B934-3840C03053DA}" srcOrd="2" destOrd="0" presId="urn:microsoft.com/office/officeart/2016/7/layout/BasicLinearProcessNumbered"/>
    <dgm:cxn modelId="{15010720-2FBB-014F-A79A-1D1AD44955AE}" type="presParOf" srcId="{BB28F986-43D4-6245-8E8B-6EB75D414B11}" destId="{1D24A61A-58E3-624A-B9F2-C26BCDCB145F}" srcOrd="3" destOrd="0" presId="urn:microsoft.com/office/officeart/2016/7/layout/BasicLinearProcessNumbered"/>
    <dgm:cxn modelId="{8546C246-0787-6A42-A08D-302429879BC3}" type="presParOf" srcId="{E7255F91-CEFE-D442-8C5E-DE18A6042D47}" destId="{0BB7551A-77CF-C744-86B5-2CD0155C652A}" srcOrd="1" destOrd="0" presId="urn:microsoft.com/office/officeart/2016/7/layout/BasicLinearProcessNumbered"/>
    <dgm:cxn modelId="{9E320552-3AC8-7347-BD53-53903AEBBD93}" type="presParOf" srcId="{E7255F91-CEFE-D442-8C5E-DE18A6042D47}" destId="{B3F0EB02-C672-CD4E-B839-A12C12A16A8E}" srcOrd="2" destOrd="0" presId="urn:microsoft.com/office/officeart/2016/7/layout/BasicLinearProcessNumbered"/>
    <dgm:cxn modelId="{63ADE28F-F819-FB4D-AD7E-3DECBACFF395}" type="presParOf" srcId="{B3F0EB02-C672-CD4E-B839-A12C12A16A8E}" destId="{642D7A96-F86E-EA47-B66D-DE9E2C8223E0}" srcOrd="0" destOrd="0" presId="urn:microsoft.com/office/officeart/2016/7/layout/BasicLinearProcessNumbered"/>
    <dgm:cxn modelId="{840F397D-B69A-CD43-BFEB-7C4B62536A26}" type="presParOf" srcId="{B3F0EB02-C672-CD4E-B839-A12C12A16A8E}" destId="{A32F9A4A-E3FD-7C47-898D-63065F8B9147}" srcOrd="1" destOrd="0" presId="urn:microsoft.com/office/officeart/2016/7/layout/BasicLinearProcessNumbered"/>
    <dgm:cxn modelId="{F22173ED-5F4B-D042-B962-AEE4EFC599F1}" type="presParOf" srcId="{B3F0EB02-C672-CD4E-B839-A12C12A16A8E}" destId="{560ABBE2-661C-2B4E-AFAB-CE1946F9C9CF}" srcOrd="2" destOrd="0" presId="urn:microsoft.com/office/officeart/2016/7/layout/BasicLinearProcessNumbered"/>
    <dgm:cxn modelId="{8EF686C1-99E1-2B4E-A1F8-7F84EBE92C01}" type="presParOf" srcId="{B3F0EB02-C672-CD4E-B839-A12C12A16A8E}" destId="{78EB5F64-BD5D-A543-9DBA-DB45EEF736D8}" srcOrd="3" destOrd="0" presId="urn:microsoft.com/office/officeart/2016/7/layout/BasicLinearProcessNumbered"/>
    <dgm:cxn modelId="{0C4705C5-673F-A44C-81E9-19B884E685DC}" type="presParOf" srcId="{E7255F91-CEFE-D442-8C5E-DE18A6042D47}" destId="{53BC3CD1-341A-4645-B14F-EB4961C6047A}" srcOrd="3" destOrd="0" presId="urn:microsoft.com/office/officeart/2016/7/layout/BasicLinearProcessNumbered"/>
    <dgm:cxn modelId="{D6EDBF79-CF46-F343-8C1C-CD9BEA405EF8}" type="presParOf" srcId="{E7255F91-CEFE-D442-8C5E-DE18A6042D47}" destId="{2271FFFE-BF31-8B4B-899A-78957F61F507}" srcOrd="4" destOrd="0" presId="urn:microsoft.com/office/officeart/2016/7/layout/BasicLinearProcessNumbered"/>
    <dgm:cxn modelId="{CE8CBAED-35C5-8941-B92F-776CE93FA5F5}" type="presParOf" srcId="{2271FFFE-BF31-8B4B-899A-78957F61F507}" destId="{AE2E4BF7-3F6D-E841-897D-9E305F521BA9}" srcOrd="0" destOrd="0" presId="urn:microsoft.com/office/officeart/2016/7/layout/BasicLinearProcessNumbered"/>
    <dgm:cxn modelId="{0EC4B46B-5939-D342-934B-E0CB20D8F768}" type="presParOf" srcId="{2271FFFE-BF31-8B4B-899A-78957F61F507}" destId="{CE739F19-EE32-E54C-B163-CDD41515E7AE}" srcOrd="1" destOrd="0" presId="urn:microsoft.com/office/officeart/2016/7/layout/BasicLinearProcessNumbered"/>
    <dgm:cxn modelId="{04ECBD28-9DA1-2149-A77B-CA8393A761D5}" type="presParOf" srcId="{2271FFFE-BF31-8B4B-899A-78957F61F507}" destId="{3C8E2830-1467-A04E-B2D4-B9E3D5F2BD7D}" srcOrd="2" destOrd="0" presId="urn:microsoft.com/office/officeart/2016/7/layout/BasicLinearProcessNumbered"/>
    <dgm:cxn modelId="{AC6C04D0-619E-7549-9F5A-E8C8CAB08656}" type="presParOf" srcId="{2271FFFE-BF31-8B4B-899A-78957F61F507}" destId="{7AE399DE-15C0-F94E-B960-5440718B6A23}" srcOrd="3" destOrd="0" presId="urn:microsoft.com/office/officeart/2016/7/layout/BasicLinearProcessNumbered"/>
    <dgm:cxn modelId="{BE02A053-7870-2848-B077-AD3EB7312CAA}" type="presParOf" srcId="{E7255F91-CEFE-D442-8C5E-DE18A6042D47}" destId="{5AC192CD-3770-E043-B147-C3B1874C6F5D}" srcOrd="5" destOrd="0" presId="urn:microsoft.com/office/officeart/2016/7/layout/BasicLinearProcessNumbered"/>
    <dgm:cxn modelId="{B328F17E-18E6-9F4C-B618-FBA7AF249D8B}" type="presParOf" srcId="{E7255F91-CEFE-D442-8C5E-DE18A6042D47}" destId="{42CA54DD-E7FA-F147-9C19-3A5C1949186A}" srcOrd="6" destOrd="0" presId="urn:microsoft.com/office/officeart/2016/7/layout/BasicLinearProcessNumbered"/>
    <dgm:cxn modelId="{6352BAA9-E541-4E4A-A5A6-2C8E6B0298DF}" type="presParOf" srcId="{42CA54DD-E7FA-F147-9C19-3A5C1949186A}" destId="{94CCA245-B1B7-D544-BBC4-155E7A40190B}" srcOrd="0" destOrd="0" presId="urn:microsoft.com/office/officeart/2016/7/layout/BasicLinearProcessNumbered"/>
    <dgm:cxn modelId="{6667FF9E-C798-8146-BF30-E0970557E05B}" type="presParOf" srcId="{42CA54DD-E7FA-F147-9C19-3A5C1949186A}" destId="{CC6428DE-1C3A-AF4A-92C0-85304C4F7DEE}" srcOrd="1" destOrd="0" presId="urn:microsoft.com/office/officeart/2016/7/layout/BasicLinearProcessNumbered"/>
    <dgm:cxn modelId="{596F952E-ECC1-3147-AE6E-708722BA571B}" type="presParOf" srcId="{42CA54DD-E7FA-F147-9C19-3A5C1949186A}" destId="{C4D3031F-4EB0-A246-B8F0-45099E3EC7F5}" srcOrd="2" destOrd="0" presId="urn:microsoft.com/office/officeart/2016/7/layout/BasicLinearProcessNumbered"/>
    <dgm:cxn modelId="{CDCEDD8C-8044-7649-9C50-17FFC3303716}" type="presParOf" srcId="{42CA54DD-E7FA-F147-9C19-3A5C1949186A}" destId="{ACB5F577-5EAC-1545-95A6-9978D2EFC69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021306-CC5F-46D1-8AD5-CF361DEEFCC4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EF205B6-9B91-4C6B-8959-7052EE43E4DC}">
      <dgm:prSet/>
      <dgm:spPr/>
      <dgm:t>
        <a:bodyPr/>
        <a:lstStyle/>
        <a:p>
          <a:r>
            <a:rPr lang="fr-CA"/>
            <a:t>Ce qu’il a fait dans le projet</a:t>
          </a:r>
          <a:endParaRPr lang="en-US"/>
        </a:p>
      </dgm:t>
    </dgm:pt>
    <dgm:pt modelId="{EDB28956-54F7-49AE-A3D1-50B2D8CB96D1}" type="parTrans" cxnId="{2FD7A44F-D47D-40B6-AD52-857F463C95A0}">
      <dgm:prSet/>
      <dgm:spPr/>
      <dgm:t>
        <a:bodyPr/>
        <a:lstStyle/>
        <a:p>
          <a:endParaRPr lang="en-US"/>
        </a:p>
      </dgm:t>
    </dgm:pt>
    <dgm:pt modelId="{5665DC36-5CB7-4449-A907-7E3C91E7244F}" type="sibTrans" cxnId="{2FD7A44F-D47D-40B6-AD52-857F463C95A0}">
      <dgm:prSet/>
      <dgm:spPr/>
      <dgm:t>
        <a:bodyPr/>
        <a:lstStyle/>
        <a:p>
          <a:endParaRPr lang="en-US"/>
        </a:p>
      </dgm:t>
    </dgm:pt>
    <dgm:pt modelId="{48E16B35-1242-4DBA-B248-19B00AA1C09B}">
      <dgm:prSet/>
      <dgm:spPr/>
      <dgm:t>
        <a:bodyPr/>
        <a:lstStyle/>
        <a:p>
          <a:r>
            <a:rPr lang="fr-CA"/>
            <a:t>Les responsabilités principales</a:t>
          </a:r>
          <a:endParaRPr lang="en-US"/>
        </a:p>
      </dgm:t>
    </dgm:pt>
    <dgm:pt modelId="{A9F600B7-849F-45A1-9F8A-EA4376E5D643}" type="parTrans" cxnId="{26E542EC-5FA6-4745-A696-FC00C2142E0C}">
      <dgm:prSet/>
      <dgm:spPr/>
      <dgm:t>
        <a:bodyPr/>
        <a:lstStyle/>
        <a:p>
          <a:endParaRPr lang="en-US"/>
        </a:p>
      </dgm:t>
    </dgm:pt>
    <dgm:pt modelId="{CFB3C416-4650-458A-BE86-7675C51FB99C}" type="sibTrans" cxnId="{26E542EC-5FA6-4745-A696-FC00C2142E0C}">
      <dgm:prSet/>
      <dgm:spPr/>
      <dgm:t>
        <a:bodyPr/>
        <a:lstStyle/>
        <a:p>
          <a:endParaRPr lang="en-US"/>
        </a:p>
      </dgm:t>
    </dgm:pt>
    <dgm:pt modelId="{488F540A-7786-4293-9241-EF233514EE36}">
      <dgm:prSet/>
      <dgm:spPr/>
      <dgm:t>
        <a:bodyPr/>
        <a:lstStyle/>
        <a:p>
          <a:r>
            <a:rPr lang="fr-CA"/>
            <a:t>Les contributions concrètes</a:t>
          </a:r>
          <a:endParaRPr lang="en-US"/>
        </a:p>
      </dgm:t>
    </dgm:pt>
    <dgm:pt modelId="{AB1C8E6D-4A9E-4A10-A544-B51C582BE364}" type="parTrans" cxnId="{F97F2212-B855-4F99-A7CD-69C2F80E227E}">
      <dgm:prSet/>
      <dgm:spPr/>
      <dgm:t>
        <a:bodyPr/>
        <a:lstStyle/>
        <a:p>
          <a:endParaRPr lang="en-US"/>
        </a:p>
      </dgm:t>
    </dgm:pt>
    <dgm:pt modelId="{AA9B1B6D-D11C-47AD-B3CE-F2CE3AEB7421}" type="sibTrans" cxnId="{F97F2212-B855-4F99-A7CD-69C2F80E227E}">
      <dgm:prSet/>
      <dgm:spPr/>
      <dgm:t>
        <a:bodyPr/>
        <a:lstStyle/>
        <a:p>
          <a:endParaRPr lang="en-US"/>
        </a:p>
      </dgm:t>
    </dgm:pt>
    <dgm:pt modelId="{65629B41-81EE-DA4E-A056-5A8990C39B4F}" type="pres">
      <dgm:prSet presAssocID="{54021306-CC5F-46D1-8AD5-CF361DEEFCC4}" presName="linear" presStyleCnt="0">
        <dgm:presLayoutVars>
          <dgm:dir/>
          <dgm:animLvl val="lvl"/>
          <dgm:resizeHandles val="exact"/>
        </dgm:presLayoutVars>
      </dgm:prSet>
      <dgm:spPr/>
    </dgm:pt>
    <dgm:pt modelId="{3E6166DF-E5F9-1644-8237-AA84917CB008}" type="pres">
      <dgm:prSet presAssocID="{BEF205B6-9B91-4C6B-8959-7052EE43E4DC}" presName="parentLin" presStyleCnt="0"/>
      <dgm:spPr/>
    </dgm:pt>
    <dgm:pt modelId="{664B5918-52EC-9743-B6C7-B8697669E03E}" type="pres">
      <dgm:prSet presAssocID="{BEF205B6-9B91-4C6B-8959-7052EE43E4DC}" presName="parentLeftMargin" presStyleLbl="node1" presStyleIdx="0" presStyleCnt="3"/>
      <dgm:spPr/>
    </dgm:pt>
    <dgm:pt modelId="{9B95D604-595A-234A-A68A-5CE378B5853F}" type="pres">
      <dgm:prSet presAssocID="{BEF205B6-9B91-4C6B-8959-7052EE43E4D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D230CF2-DE5F-D243-90B7-2B8DC6D6495F}" type="pres">
      <dgm:prSet presAssocID="{BEF205B6-9B91-4C6B-8959-7052EE43E4DC}" presName="negativeSpace" presStyleCnt="0"/>
      <dgm:spPr/>
    </dgm:pt>
    <dgm:pt modelId="{6B681434-0776-7E47-9FF3-35F750E9E2C6}" type="pres">
      <dgm:prSet presAssocID="{BEF205B6-9B91-4C6B-8959-7052EE43E4DC}" presName="childText" presStyleLbl="conFgAcc1" presStyleIdx="0" presStyleCnt="3">
        <dgm:presLayoutVars>
          <dgm:bulletEnabled val="1"/>
        </dgm:presLayoutVars>
      </dgm:prSet>
      <dgm:spPr/>
    </dgm:pt>
    <dgm:pt modelId="{14FFABD8-05D5-8442-9A65-3B029BBAB0D6}" type="pres">
      <dgm:prSet presAssocID="{5665DC36-5CB7-4449-A907-7E3C91E7244F}" presName="spaceBetweenRectangles" presStyleCnt="0"/>
      <dgm:spPr/>
    </dgm:pt>
    <dgm:pt modelId="{1D7EEA24-FEC8-C24B-ABFD-AD0F2F35F9FC}" type="pres">
      <dgm:prSet presAssocID="{48E16B35-1242-4DBA-B248-19B00AA1C09B}" presName="parentLin" presStyleCnt="0"/>
      <dgm:spPr/>
    </dgm:pt>
    <dgm:pt modelId="{8082DE35-FBDF-8D41-80C5-1993784FC27F}" type="pres">
      <dgm:prSet presAssocID="{48E16B35-1242-4DBA-B248-19B00AA1C09B}" presName="parentLeftMargin" presStyleLbl="node1" presStyleIdx="0" presStyleCnt="3"/>
      <dgm:spPr/>
    </dgm:pt>
    <dgm:pt modelId="{FB968812-FF1F-A14F-A854-BEBBA82423DA}" type="pres">
      <dgm:prSet presAssocID="{48E16B35-1242-4DBA-B248-19B00AA1C09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79F34D3-BDF2-564E-8FD0-0FEE2A3705CB}" type="pres">
      <dgm:prSet presAssocID="{48E16B35-1242-4DBA-B248-19B00AA1C09B}" presName="negativeSpace" presStyleCnt="0"/>
      <dgm:spPr/>
    </dgm:pt>
    <dgm:pt modelId="{46CA6EC9-BC72-094C-AA4C-FB18AE9B4AA0}" type="pres">
      <dgm:prSet presAssocID="{48E16B35-1242-4DBA-B248-19B00AA1C09B}" presName="childText" presStyleLbl="conFgAcc1" presStyleIdx="1" presStyleCnt="3">
        <dgm:presLayoutVars>
          <dgm:bulletEnabled val="1"/>
        </dgm:presLayoutVars>
      </dgm:prSet>
      <dgm:spPr/>
    </dgm:pt>
    <dgm:pt modelId="{219166CA-EB31-E542-B928-98496D55A604}" type="pres">
      <dgm:prSet presAssocID="{CFB3C416-4650-458A-BE86-7675C51FB99C}" presName="spaceBetweenRectangles" presStyleCnt="0"/>
      <dgm:spPr/>
    </dgm:pt>
    <dgm:pt modelId="{5E72E6C0-9453-D24D-A43C-9A06F3C50B4E}" type="pres">
      <dgm:prSet presAssocID="{488F540A-7786-4293-9241-EF233514EE36}" presName="parentLin" presStyleCnt="0"/>
      <dgm:spPr/>
    </dgm:pt>
    <dgm:pt modelId="{CC735487-67F9-F140-ADCA-8587B5792176}" type="pres">
      <dgm:prSet presAssocID="{488F540A-7786-4293-9241-EF233514EE36}" presName="parentLeftMargin" presStyleLbl="node1" presStyleIdx="1" presStyleCnt="3"/>
      <dgm:spPr/>
    </dgm:pt>
    <dgm:pt modelId="{2F7FA230-5E14-6140-A878-BF9D4FF52EBF}" type="pres">
      <dgm:prSet presAssocID="{488F540A-7786-4293-9241-EF233514EE3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C28873F-D949-734E-A8A7-CC37D2F3E6D9}" type="pres">
      <dgm:prSet presAssocID="{488F540A-7786-4293-9241-EF233514EE36}" presName="negativeSpace" presStyleCnt="0"/>
      <dgm:spPr/>
    </dgm:pt>
    <dgm:pt modelId="{5D16EA35-8924-DE4F-BA3D-0FFE6B80A6C7}" type="pres">
      <dgm:prSet presAssocID="{488F540A-7786-4293-9241-EF233514EE3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97F2212-B855-4F99-A7CD-69C2F80E227E}" srcId="{54021306-CC5F-46D1-8AD5-CF361DEEFCC4}" destId="{488F540A-7786-4293-9241-EF233514EE36}" srcOrd="2" destOrd="0" parTransId="{AB1C8E6D-4A9E-4A10-A544-B51C582BE364}" sibTransId="{AA9B1B6D-D11C-47AD-B3CE-F2CE3AEB7421}"/>
    <dgm:cxn modelId="{A4F88F39-5DA4-9C4B-A0EB-055E4BF579A2}" type="presOf" srcId="{488F540A-7786-4293-9241-EF233514EE36}" destId="{2F7FA230-5E14-6140-A878-BF9D4FF52EBF}" srcOrd="1" destOrd="0" presId="urn:microsoft.com/office/officeart/2005/8/layout/list1"/>
    <dgm:cxn modelId="{07E02A5C-DD7A-FD4F-B2B3-BB354E42F26D}" type="presOf" srcId="{BEF205B6-9B91-4C6B-8959-7052EE43E4DC}" destId="{664B5918-52EC-9743-B6C7-B8697669E03E}" srcOrd="0" destOrd="0" presId="urn:microsoft.com/office/officeart/2005/8/layout/list1"/>
    <dgm:cxn modelId="{2FD7A44F-D47D-40B6-AD52-857F463C95A0}" srcId="{54021306-CC5F-46D1-8AD5-CF361DEEFCC4}" destId="{BEF205B6-9B91-4C6B-8959-7052EE43E4DC}" srcOrd="0" destOrd="0" parTransId="{EDB28956-54F7-49AE-A3D1-50B2D8CB96D1}" sibTransId="{5665DC36-5CB7-4449-A907-7E3C91E7244F}"/>
    <dgm:cxn modelId="{AB830A88-AFE3-E646-9F91-AAD2427AEF95}" type="presOf" srcId="{48E16B35-1242-4DBA-B248-19B00AA1C09B}" destId="{8082DE35-FBDF-8D41-80C5-1993784FC27F}" srcOrd="0" destOrd="0" presId="urn:microsoft.com/office/officeart/2005/8/layout/list1"/>
    <dgm:cxn modelId="{83467F8F-4078-FE4F-8413-20BE7C952CEA}" type="presOf" srcId="{54021306-CC5F-46D1-8AD5-CF361DEEFCC4}" destId="{65629B41-81EE-DA4E-A056-5A8990C39B4F}" srcOrd="0" destOrd="0" presId="urn:microsoft.com/office/officeart/2005/8/layout/list1"/>
    <dgm:cxn modelId="{3737BEA5-5D51-C245-9DD7-55AC70488181}" type="presOf" srcId="{48E16B35-1242-4DBA-B248-19B00AA1C09B}" destId="{FB968812-FF1F-A14F-A854-BEBBA82423DA}" srcOrd="1" destOrd="0" presId="urn:microsoft.com/office/officeart/2005/8/layout/list1"/>
    <dgm:cxn modelId="{FC11DFDD-ECDE-4B4E-9CAA-98708A5E04BA}" type="presOf" srcId="{BEF205B6-9B91-4C6B-8959-7052EE43E4DC}" destId="{9B95D604-595A-234A-A68A-5CE378B5853F}" srcOrd="1" destOrd="0" presId="urn:microsoft.com/office/officeart/2005/8/layout/list1"/>
    <dgm:cxn modelId="{26E542EC-5FA6-4745-A696-FC00C2142E0C}" srcId="{54021306-CC5F-46D1-8AD5-CF361DEEFCC4}" destId="{48E16B35-1242-4DBA-B248-19B00AA1C09B}" srcOrd="1" destOrd="0" parTransId="{A9F600B7-849F-45A1-9F8A-EA4376E5D643}" sibTransId="{CFB3C416-4650-458A-BE86-7675C51FB99C}"/>
    <dgm:cxn modelId="{CD2931EE-91F3-9643-B135-8AFD91236977}" type="presOf" srcId="{488F540A-7786-4293-9241-EF233514EE36}" destId="{CC735487-67F9-F140-ADCA-8587B5792176}" srcOrd="0" destOrd="0" presId="urn:microsoft.com/office/officeart/2005/8/layout/list1"/>
    <dgm:cxn modelId="{C1DA59D8-2323-784D-B0BA-A4CD8CA5BFF2}" type="presParOf" srcId="{65629B41-81EE-DA4E-A056-5A8990C39B4F}" destId="{3E6166DF-E5F9-1644-8237-AA84917CB008}" srcOrd="0" destOrd="0" presId="urn:microsoft.com/office/officeart/2005/8/layout/list1"/>
    <dgm:cxn modelId="{32122749-1ABE-D440-8CD3-D7E119AB08CC}" type="presParOf" srcId="{3E6166DF-E5F9-1644-8237-AA84917CB008}" destId="{664B5918-52EC-9743-B6C7-B8697669E03E}" srcOrd="0" destOrd="0" presId="urn:microsoft.com/office/officeart/2005/8/layout/list1"/>
    <dgm:cxn modelId="{F120A023-E1E1-F345-9C9B-4253032FB824}" type="presParOf" srcId="{3E6166DF-E5F9-1644-8237-AA84917CB008}" destId="{9B95D604-595A-234A-A68A-5CE378B5853F}" srcOrd="1" destOrd="0" presId="urn:microsoft.com/office/officeart/2005/8/layout/list1"/>
    <dgm:cxn modelId="{88DDB09D-5CCD-AB40-B325-EF7C04B2DA9C}" type="presParOf" srcId="{65629B41-81EE-DA4E-A056-5A8990C39B4F}" destId="{5D230CF2-DE5F-D243-90B7-2B8DC6D6495F}" srcOrd="1" destOrd="0" presId="urn:microsoft.com/office/officeart/2005/8/layout/list1"/>
    <dgm:cxn modelId="{2BA41474-E967-724B-8047-9657D0EB45FA}" type="presParOf" srcId="{65629B41-81EE-DA4E-A056-5A8990C39B4F}" destId="{6B681434-0776-7E47-9FF3-35F750E9E2C6}" srcOrd="2" destOrd="0" presId="urn:microsoft.com/office/officeart/2005/8/layout/list1"/>
    <dgm:cxn modelId="{3A3CFE0B-9F74-554B-96BB-9AD37FA252DD}" type="presParOf" srcId="{65629B41-81EE-DA4E-A056-5A8990C39B4F}" destId="{14FFABD8-05D5-8442-9A65-3B029BBAB0D6}" srcOrd="3" destOrd="0" presId="urn:microsoft.com/office/officeart/2005/8/layout/list1"/>
    <dgm:cxn modelId="{E1F3519E-892F-E148-B392-2F462E96FECF}" type="presParOf" srcId="{65629B41-81EE-DA4E-A056-5A8990C39B4F}" destId="{1D7EEA24-FEC8-C24B-ABFD-AD0F2F35F9FC}" srcOrd="4" destOrd="0" presId="urn:microsoft.com/office/officeart/2005/8/layout/list1"/>
    <dgm:cxn modelId="{BA4026E1-2030-FE41-B0BE-C65BE4335B99}" type="presParOf" srcId="{1D7EEA24-FEC8-C24B-ABFD-AD0F2F35F9FC}" destId="{8082DE35-FBDF-8D41-80C5-1993784FC27F}" srcOrd="0" destOrd="0" presId="urn:microsoft.com/office/officeart/2005/8/layout/list1"/>
    <dgm:cxn modelId="{BAA7F522-4BF2-8740-A22D-7CF8652A54AC}" type="presParOf" srcId="{1D7EEA24-FEC8-C24B-ABFD-AD0F2F35F9FC}" destId="{FB968812-FF1F-A14F-A854-BEBBA82423DA}" srcOrd="1" destOrd="0" presId="urn:microsoft.com/office/officeart/2005/8/layout/list1"/>
    <dgm:cxn modelId="{B73CFD09-C337-D644-A181-ED1FD6F5F2D8}" type="presParOf" srcId="{65629B41-81EE-DA4E-A056-5A8990C39B4F}" destId="{379F34D3-BDF2-564E-8FD0-0FEE2A3705CB}" srcOrd="5" destOrd="0" presId="urn:microsoft.com/office/officeart/2005/8/layout/list1"/>
    <dgm:cxn modelId="{110DA135-C752-2F4F-9302-68B082264CE5}" type="presParOf" srcId="{65629B41-81EE-DA4E-A056-5A8990C39B4F}" destId="{46CA6EC9-BC72-094C-AA4C-FB18AE9B4AA0}" srcOrd="6" destOrd="0" presId="urn:microsoft.com/office/officeart/2005/8/layout/list1"/>
    <dgm:cxn modelId="{659325F6-9EE9-714F-9D04-4442061919C6}" type="presParOf" srcId="{65629B41-81EE-DA4E-A056-5A8990C39B4F}" destId="{219166CA-EB31-E542-B928-98496D55A604}" srcOrd="7" destOrd="0" presId="urn:microsoft.com/office/officeart/2005/8/layout/list1"/>
    <dgm:cxn modelId="{83376D8E-FE6F-1C4D-8E8E-F2F0184D235B}" type="presParOf" srcId="{65629B41-81EE-DA4E-A056-5A8990C39B4F}" destId="{5E72E6C0-9453-D24D-A43C-9A06F3C50B4E}" srcOrd="8" destOrd="0" presId="urn:microsoft.com/office/officeart/2005/8/layout/list1"/>
    <dgm:cxn modelId="{A203EF18-FDFB-8945-BAA7-79E676BBC8D8}" type="presParOf" srcId="{5E72E6C0-9453-D24D-A43C-9A06F3C50B4E}" destId="{CC735487-67F9-F140-ADCA-8587B5792176}" srcOrd="0" destOrd="0" presId="urn:microsoft.com/office/officeart/2005/8/layout/list1"/>
    <dgm:cxn modelId="{2DB89B04-9A82-DA4F-9E09-9845AB400C4E}" type="presParOf" srcId="{5E72E6C0-9453-D24D-A43C-9A06F3C50B4E}" destId="{2F7FA230-5E14-6140-A878-BF9D4FF52EBF}" srcOrd="1" destOrd="0" presId="urn:microsoft.com/office/officeart/2005/8/layout/list1"/>
    <dgm:cxn modelId="{621389F5-20ED-6D4A-8E36-AEAA0F1CB624}" type="presParOf" srcId="{65629B41-81EE-DA4E-A056-5A8990C39B4F}" destId="{9C28873F-D949-734E-A8A7-CC37D2F3E6D9}" srcOrd="9" destOrd="0" presId="urn:microsoft.com/office/officeart/2005/8/layout/list1"/>
    <dgm:cxn modelId="{A8C242D2-72A3-5A47-BF37-D6E8F9DD0186}" type="presParOf" srcId="{65629B41-81EE-DA4E-A056-5A8990C39B4F}" destId="{5D16EA35-8924-DE4F-BA3D-0FFE6B80A6C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7CC7363-E7AA-4D2F-A453-6DCAC7B34BB2}" type="doc">
      <dgm:prSet loTypeId="urn:microsoft.com/office/officeart/2008/layout/LinedList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F1A5C53-90A4-43A4-A0B5-034BD34627C2}">
      <dgm:prSet/>
      <dgm:spPr/>
      <dgm:t>
        <a:bodyPr/>
        <a:lstStyle/>
        <a:p>
          <a:r>
            <a:rPr lang="fr-CA"/>
            <a:t>Les principaux problèmes rencontrés</a:t>
          </a:r>
          <a:endParaRPr lang="en-US"/>
        </a:p>
      </dgm:t>
    </dgm:pt>
    <dgm:pt modelId="{B84C3389-CFD5-4B8E-9EE8-A69D4E7F0DE5}" type="parTrans" cxnId="{521F44C4-0920-40B6-B801-9137C08170A6}">
      <dgm:prSet/>
      <dgm:spPr/>
      <dgm:t>
        <a:bodyPr/>
        <a:lstStyle/>
        <a:p>
          <a:endParaRPr lang="en-US"/>
        </a:p>
      </dgm:t>
    </dgm:pt>
    <dgm:pt modelId="{BAAA9F5B-6AE2-47EB-A2FC-6CB6F1507B46}" type="sibTrans" cxnId="{521F44C4-0920-40B6-B801-9137C08170A6}">
      <dgm:prSet/>
      <dgm:spPr/>
      <dgm:t>
        <a:bodyPr/>
        <a:lstStyle/>
        <a:p>
          <a:endParaRPr lang="en-US"/>
        </a:p>
      </dgm:t>
    </dgm:pt>
    <dgm:pt modelId="{D9694005-DA03-4EF2-9712-0CD33E019B86}">
      <dgm:prSet/>
      <dgm:spPr/>
      <dgm:t>
        <a:bodyPr/>
        <a:lstStyle/>
        <a:p>
          <a:r>
            <a:rPr lang="fr-CA"/>
            <a:t>Les blocages techniques ou organisationnels</a:t>
          </a:r>
          <a:endParaRPr lang="en-US"/>
        </a:p>
      </dgm:t>
    </dgm:pt>
    <dgm:pt modelId="{6416CD6D-BB32-4392-81FB-12BFA6AF514A}" type="parTrans" cxnId="{16A8E67D-7505-4895-B0D0-021A8D5ED0C8}">
      <dgm:prSet/>
      <dgm:spPr/>
      <dgm:t>
        <a:bodyPr/>
        <a:lstStyle/>
        <a:p>
          <a:endParaRPr lang="en-US"/>
        </a:p>
      </dgm:t>
    </dgm:pt>
    <dgm:pt modelId="{D5EDEC58-9479-43E2-B6D1-AB0080DAA07C}" type="sibTrans" cxnId="{16A8E67D-7505-4895-B0D0-021A8D5ED0C8}">
      <dgm:prSet/>
      <dgm:spPr/>
      <dgm:t>
        <a:bodyPr/>
        <a:lstStyle/>
        <a:p>
          <a:endParaRPr lang="en-US"/>
        </a:p>
      </dgm:t>
    </dgm:pt>
    <dgm:pt modelId="{A61A2CFF-F03D-4F8B-BDAB-49632B70A3CF}">
      <dgm:prSet/>
      <dgm:spPr/>
      <dgm:t>
        <a:bodyPr/>
        <a:lstStyle/>
        <a:p>
          <a:r>
            <a:rPr lang="fr-CA"/>
            <a:t>Les solutions mises en place </a:t>
          </a:r>
          <a:endParaRPr lang="en-US"/>
        </a:p>
      </dgm:t>
    </dgm:pt>
    <dgm:pt modelId="{A5F8115B-C8D2-4271-9DDE-07FD338C0749}" type="parTrans" cxnId="{B9D9E8CC-E4B2-4BFE-8D0C-BC54436C633E}">
      <dgm:prSet/>
      <dgm:spPr/>
      <dgm:t>
        <a:bodyPr/>
        <a:lstStyle/>
        <a:p>
          <a:endParaRPr lang="en-US"/>
        </a:p>
      </dgm:t>
    </dgm:pt>
    <dgm:pt modelId="{32F99BAF-E7B4-4BF5-8601-7781152043B6}" type="sibTrans" cxnId="{B9D9E8CC-E4B2-4BFE-8D0C-BC54436C633E}">
      <dgm:prSet/>
      <dgm:spPr/>
      <dgm:t>
        <a:bodyPr/>
        <a:lstStyle/>
        <a:p>
          <a:endParaRPr lang="en-US"/>
        </a:p>
      </dgm:t>
    </dgm:pt>
    <dgm:pt modelId="{FB0E7003-FCD8-46C1-AC5F-FCB279A10B52}">
      <dgm:prSet/>
      <dgm:spPr/>
      <dgm:t>
        <a:bodyPr/>
        <a:lstStyle/>
        <a:p>
          <a:r>
            <a:rPr lang="fr-CA"/>
            <a:t>Ce qui a été appris</a:t>
          </a:r>
          <a:endParaRPr lang="en-US"/>
        </a:p>
      </dgm:t>
    </dgm:pt>
    <dgm:pt modelId="{0547F6BC-6105-473A-93C0-333920A5AF22}" type="parTrans" cxnId="{1FFA4195-50B6-4C13-A53E-FE7554CB5931}">
      <dgm:prSet/>
      <dgm:spPr/>
      <dgm:t>
        <a:bodyPr/>
        <a:lstStyle/>
        <a:p>
          <a:endParaRPr lang="en-US"/>
        </a:p>
      </dgm:t>
    </dgm:pt>
    <dgm:pt modelId="{83CB2C38-92C1-42AF-AF03-1A1A75BE0001}" type="sibTrans" cxnId="{1FFA4195-50B6-4C13-A53E-FE7554CB5931}">
      <dgm:prSet/>
      <dgm:spPr/>
      <dgm:t>
        <a:bodyPr/>
        <a:lstStyle/>
        <a:p>
          <a:endParaRPr lang="en-US"/>
        </a:p>
      </dgm:t>
    </dgm:pt>
    <dgm:pt modelId="{4BB1E890-B5EF-7D45-A0B2-D3F39370103D}" type="pres">
      <dgm:prSet presAssocID="{97CC7363-E7AA-4D2F-A453-6DCAC7B34BB2}" presName="vert0" presStyleCnt="0">
        <dgm:presLayoutVars>
          <dgm:dir/>
          <dgm:animOne val="branch"/>
          <dgm:animLvl val="lvl"/>
        </dgm:presLayoutVars>
      </dgm:prSet>
      <dgm:spPr/>
    </dgm:pt>
    <dgm:pt modelId="{3C48A8B7-67C5-2944-8D2C-5C61AD114F7A}" type="pres">
      <dgm:prSet presAssocID="{0F1A5C53-90A4-43A4-A0B5-034BD34627C2}" presName="thickLine" presStyleLbl="alignNode1" presStyleIdx="0" presStyleCnt="4"/>
      <dgm:spPr/>
    </dgm:pt>
    <dgm:pt modelId="{AD4C6BBC-62FC-AE4D-8813-4CD1774A0A2B}" type="pres">
      <dgm:prSet presAssocID="{0F1A5C53-90A4-43A4-A0B5-034BD34627C2}" presName="horz1" presStyleCnt="0"/>
      <dgm:spPr/>
    </dgm:pt>
    <dgm:pt modelId="{A5E7C8E2-54FB-D249-9531-4E67AB7B80BA}" type="pres">
      <dgm:prSet presAssocID="{0F1A5C53-90A4-43A4-A0B5-034BD34627C2}" presName="tx1" presStyleLbl="revTx" presStyleIdx="0" presStyleCnt="4"/>
      <dgm:spPr/>
    </dgm:pt>
    <dgm:pt modelId="{9E6A4158-B8B0-F147-A4C4-4FC7AC88DFEC}" type="pres">
      <dgm:prSet presAssocID="{0F1A5C53-90A4-43A4-A0B5-034BD34627C2}" presName="vert1" presStyleCnt="0"/>
      <dgm:spPr/>
    </dgm:pt>
    <dgm:pt modelId="{5F5B18D5-6691-5840-A98A-F89E6EA34C27}" type="pres">
      <dgm:prSet presAssocID="{D9694005-DA03-4EF2-9712-0CD33E019B86}" presName="thickLine" presStyleLbl="alignNode1" presStyleIdx="1" presStyleCnt="4"/>
      <dgm:spPr/>
    </dgm:pt>
    <dgm:pt modelId="{7827C3C4-1E1C-5949-9008-AB132CDCE8FA}" type="pres">
      <dgm:prSet presAssocID="{D9694005-DA03-4EF2-9712-0CD33E019B86}" presName="horz1" presStyleCnt="0"/>
      <dgm:spPr/>
    </dgm:pt>
    <dgm:pt modelId="{EC75A306-66E1-2140-838D-D08AB455D674}" type="pres">
      <dgm:prSet presAssocID="{D9694005-DA03-4EF2-9712-0CD33E019B86}" presName="tx1" presStyleLbl="revTx" presStyleIdx="1" presStyleCnt="4"/>
      <dgm:spPr/>
    </dgm:pt>
    <dgm:pt modelId="{C527E39E-B645-1743-A93F-BD13A871A9B3}" type="pres">
      <dgm:prSet presAssocID="{D9694005-DA03-4EF2-9712-0CD33E019B86}" presName="vert1" presStyleCnt="0"/>
      <dgm:spPr/>
    </dgm:pt>
    <dgm:pt modelId="{2745A72B-FE04-DC42-8315-6B7F3160B695}" type="pres">
      <dgm:prSet presAssocID="{A61A2CFF-F03D-4F8B-BDAB-49632B70A3CF}" presName="thickLine" presStyleLbl="alignNode1" presStyleIdx="2" presStyleCnt="4"/>
      <dgm:spPr/>
    </dgm:pt>
    <dgm:pt modelId="{AF3CEC30-7AEA-7846-8361-9CE31761202B}" type="pres">
      <dgm:prSet presAssocID="{A61A2CFF-F03D-4F8B-BDAB-49632B70A3CF}" presName="horz1" presStyleCnt="0"/>
      <dgm:spPr/>
    </dgm:pt>
    <dgm:pt modelId="{F377F18F-A274-9744-A920-6B34348B7A3A}" type="pres">
      <dgm:prSet presAssocID="{A61A2CFF-F03D-4F8B-BDAB-49632B70A3CF}" presName="tx1" presStyleLbl="revTx" presStyleIdx="2" presStyleCnt="4"/>
      <dgm:spPr/>
    </dgm:pt>
    <dgm:pt modelId="{02247A90-C1D0-DB48-AB2F-8A8C21DB6539}" type="pres">
      <dgm:prSet presAssocID="{A61A2CFF-F03D-4F8B-BDAB-49632B70A3CF}" presName="vert1" presStyleCnt="0"/>
      <dgm:spPr/>
    </dgm:pt>
    <dgm:pt modelId="{AE4E83EC-BE26-024D-AE8D-B806705D8DE1}" type="pres">
      <dgm:prSet presAssocID="{FB0E7003-FCD8-46C1-AC5F-FCB279A10B52}" presName="thickLine" presStyleLbl="alignNode1" presStyleIdx="3" presStyleCnt="4"/>
      <dgm:spPr/>
    </dgm:pt>
    <dgm:pt modelId="{FBC81C0B-2648-8C4A-93A0-34757E46AEEE}" type="pres">
      <dgm:prSet presAssocID="{FB0E7003-FCD8-46C1-AC5F-FCB279A10B52}" presName="horz1" presStyleCnt="0"/>
      <dgm:spPr/>
    </dgm:pt>
    <dgm:pt modelId="{5B03293C-1B31-B047-88B9-2BC7C8622448}" type="pres">
      <dgm:prSet presAssocID="{FB0E7003-FCD8-46C1-AC5F-FCB279A10B52}" presName="tx1" presStyleLbl="revTx" presStyleIdx="3" presStyleCnt="4"/>
      <dgm:spPr/>
    </dgm:pt>
    <dgm:pt modelId="{9477A324-1AAE-4B47-8F4F-1F17841DF8C2}" type="pres">
      <dgm:prSet presAssocID="{FB0E7003-FCD8-46C1-AC5F-FCB279A10B52}" presName="vert1" presStyleCnt="0"/>
      <dgm:spPr/>
    </dgm:pt>
  </dgm:ptLst>
  <dgm:cxnLst>
    <dgm:cxn modelId="{6787E731-452E-6C4B-8364-EB94A11AD14E}" type="presOf" srcId="{FB0E7003-FCD8-46C1-AC5F-FCB279A10B52}" destId="{5B03293C-1B31-B047-88B9-2BC7C8622448}" srcOrd="0" destOrd="0" presId="urn:microsoft.com/office/officeart/2008/layout/LinedList"/>
    <dgm:cxn modelId="{1970F544-2743-C24A-8F25-96CC8096B4F3}" type="presOf" srcId="{A61A2CFF-F03D-4F8B-BDAB-49632B70A3CF}" destId="{F377F18F-A274-9744-A920-6B34348B7A3A}" srcOrd="0" destOrd="0" presId="urn:microsoft.com/office/officeart/2008/layout/LinedList"/>
    <dgm:cxn modelId="{B3FB5767-B546-6B44-BF23-2F2F0A3BC4D3}" type="presOf" srcId="{D9694005-DA03-4EF2-9712-0CD33E019B86}" destId="{EC75A306-66E1-2140-838D-D08AB455D674}" srcOrd="0" destOrd="0" presId="urn:microsoft.com/office/officeart/2008/layout/LinedList"/>
    <dgm:cxn modelId="{2720056D-0A4C-1944-B89F-9F2D78B4862C}" type="presOf" srcId="{97CC7363-E7AA-4D2F-A453-6DCAC7B34BB2}" destId="{4BB1E890-B5EF-7D45-A0B2-D3F39370103D}" srcOrd="0" destOrd="0" presId="urn:microsoft.com/office/officeart/2008/layout/LinedList"/>
    <dgm:cxn modelId="{58913551-1C9F-8842-8665-CC231ADFDAA0}" type="presOf" srcId="{0F1A5C53-90A4-43A4-A0B5-034BD34627C2}" destId="{A5E7C8E2-54FB-D249-9531-4E67AB7B80BA}" srcOrd="0" destOrd="0" presId="urn:microsoft.com/office/officeart/2008/layout/LinedList"/>
    <dgm:cxn modelId="{16A8E67D-7505-4895-B0D0-021A8D5ED0C8}" srcId="{97CC7363-E7AA-4D2F-A453-6DCAC7B34BB2}" destId="{D9694005-DA03-4EF2-9712-0CD33E019B86}" srcOrd="1" destOrd="0" parTransId="{6416CD6D-BB32-4392-81FB-12BFA6AF514A}" sibTransId="{D5EDEC58-9479-43E2-B6D1-AB0080DAA07C}"/>
    <dgm:cxn modelId="{1FFA4195-50B6-4C13-A53E-FE7554CB5931}" srcId="{97CC7363-E7AA-4D2F-A453-6DCAC7B34BB2}" destId="{FB0E7003-FCD8-46C1-AC5F-FCB279A10B52}" srcOrd="3" destOrd="0" parTransId="{0547F6BC-6105-473A-93C0-333920A5AF22}" sibTransId="{83CB2C38-92C1-42AF-AF03-1A1A75BE0001}"/>
    <dgm:cxn modelId="{521F44C4-0920-40B6-B801-9137C08170A6}" srcId="{97CC7363-E7AA-4D2F-A453-6DCAC7B34BB2}" destId="{0F1A5C53-90A4-43A4-A0B5-034BD34627C2}" srcOrd="0" destOrd="0" parTransId="{B84C3389-CFD5-4B8E-9EE8-A69D4E7F0DE5}" sibTransId="{BAAA9F5B-6AE2-47EB-A2FC-6CB6F1507B46}"/>
    <dgm:cxn modelId="{B9D9E8CC-E4B2-4BFE-8D0C-BC54436C633E}" srcId="{97CC7363-E7AA-4D2F-A453-6DCAC7B34BB2}" destId="{A61A2CFF-F03D-4F8B-BDAB-49632B70A3CF}" srcOrd="2" destOrd="0" parTransId="{A5F8115B-C8D2-4271-9DDE-07FD338C0749}" sibTransId="{32F99BAF-E7B4-4BF5-8601-7781152043B6}"/>
    <dgm:cxn modelId="{AE844D2D-2CEF-3C4E-8A2D-827FC3A8B410}" type="presParOf" srcId="{4BB1E890-B5EF-7D45-A0B2-D3F39370103D}" destId="{3C48A8B7-67C5-2944-8D2C-5C61AD114F7A}" srcOrd="0" destOrd="0" presId="urn:microsoft.com/office/officeart/2008/layout/LinedList"/>
    <dgm:cxn modelId="{651E8E0A-09CA-D146-A36A-D40A76B44531}" type="presParOf" srcId="{4BB1E890-B5EF-7D45-A0B2-D3F39370103D}" destId="{AD4C6BBC-62FC-AE4D-8813-4CD1774A0A2B}" srcOrd="1" destOrd="0" presId="urn:microsoft.com/office/officeart/2008/layout/LinedList"/>
    <dgm:cxn modelId="{D2EFF46C-DB65-0C4C-A579-13B9ACF422B8}" type="presParOf" srcId="{AD4C6BBC-62FC-AE4D-8813-4CD1774A0A2B}" destId="{A5E7C8E2-54FB-D249-9531-4E67AB7B80BA}" srcOrd="0" destOrd="0" presId="urn:microsoft.com/office/officeart/2008/layout/LinedList"/>
    <dgm:cxn modelId="{B1DE7C31-8B78-AD48-AE10-1BC7F591BB78}" type="presParOf" srcId="{AD4C6BBC-62FC-AE4D-8813-4CD1774A0A2B}" destId="{9E6A4158-B8B0-F147-A4C4-4FC7AC88DFEC}" srcOrd="1" destOrd="0" presId="urn:microsoft.com/office/officeart/2008/layout/LinedList"/>
    <dgm:cxn modelId="{DAA5068B-D8B2-984D-A579-C1EA91717DE3}" type="presParOf" srcId="{4BB1E890-B5EF-7D45-A0B2-D3F39370103D}" destId="{5F5B18D5-6691-5840-A98A-F89E6EA34C27}" srcOrd="2" destOrd="0" presId="urn:microsoft.com/office/officeart/2008/layout/LinedList"/>
    <dgm:cxn modelId="{90615D7D-338C-7F42-BF6C-E36EA2899FD8}" type="presParOf" srcId="{4BB1E890-B5EF-7D45-A0B2-D3F39370103D}" destId="{7827C3C4-1E1C-5949-9008-AB132CDCE8FA}" srcOrd="3" destOrd="0" presId="urn:microsoft.com/office/officeart/2008/layout/LinedList"/>
    <dgm:cxn modelId="{E448DDA5-AFC4-7D48-8893-C26ADF04B091}" type="presParOf" srcId="{7827C3C4-1E1C-5949-9008-AB132CDCE8FA}" destId="{EC75A306-66E1-2140-838D-D08AB455D674}" srcOrd="0" destOrd="0" presId="urn:microsoft.com/office/officeart/2008/layout/LinedList"/>
    <dgm:cxn modelId="{66A54A42-4E83-394B-B48A-9CC03EB918BD}" type="presParOf" srcId="{7827C3C4-1E1C-5949-9008-AB132CDCE8FA}" destId="{C527E39E-B645-1743-A93F-BD13A871A9B3}" srcOrd="1" destOrd="0" presId="urn:microsoft.com/office/officeart/2008/layout/LinedList"/>
    <dgm:cxn modelId="{3BAE4F98-8ED6-CF49-9F0D-4800F09AF470}" type="presParOf" srcId="{4BB1E890-B5EF-7D45-A0B2-D3F39370103D}" destId="{2745A72B-FE04-DC42-8315-6B7F3160B695}" srcOrd="4" destOrd="0" presId="urn:microsoft.com/office/officeart/2008/layout/LinedList"/>
    <dgm:cxn modelId="{AA405302-2698-6C43-BCEE-71681B1F84DD}" type="presParOf" srcId="{4BB1E890-B5EF-7D45-A0B2-D3F39370103D}" destId="{AF3CEC30-7AEA-7846-8361-9CE31761202B}" srcOrd="5" destOrd="0" presId="urn:microsoft.com/office/officeart/2008/layout/LinedList"/>
    <dgm:cxn modelId="{C793788E-DABD-1845-9CAD-570BEB2F1D17}" type="presParOf" srcId="{AF3CEC30-7AEA-7846-8361-9CE31761202B}" destId="{F377F18F-A274-9744-A920-6B34348B7A3A}" srcOrd="0" destOrd="0" presId="urn:microsoft.com/office/officeart/2008/layout/LinedList"/>
    <dgm:cxn modelId="{897AA981-73A7-DD46-AEC6-637FA72A3B77}" type="presParOf" srcId="{AF3CEC30-7AEA-7846-8361-9CE31761202B}" destId="{02247A90-C1D0-DB48-AB2F-8A8C21DB6539}" srcOrd="1" destOrd="0" presId="urn:microsoft.com/office/officeart/2008/layout/LinedList"/>
    <dgm:cxn modelId="{F30F34E3-20FD-FB45-899C-960CC9A25014}" type="presParOf" srcId="{4BB1E890-B5EF-7D45-A0B2-D3F39370103D}" destId="{AE4E83EC-BE26-024D-AE8D-B806705D8DE1}" srcOrd="6" destOrd="0" presId="urn:microsoft.com/office/officeart/2008/layout/LinedList"/>
    <dgm:cxn modelId="{BCB2A2D1-6C61-9A4D-A501-0BA3F3E1AB0F}" type="presParOf" srcId="{4BB1E890-B5EF-7D45-A0B2-D3F39370103D}" destId="{FBC81C0B-2648-8C4A-93A0-34757E46AEEE}" srcOrd="7" destOrd="0" presId="urn:microsoft.com/office/officeart/2008/layout/LinedList"/>
    <dgm:cxn modelId="{404B0EA1-C074-EB49-BF68-4071F0702C06}" type="presParOf" srcId="{FBC81C0B-2648-8C4A-93A0-34757E46AEEE}" destId="{5B03293C-1B31-B047-88B9-2BC7C8622448}" srcOrd="0" destOrd="0" presId="urn:microsoft.com/office/officeart/2008/layout/LinedList"/>
    <dgm:cxn modelId="{3CA57D4F-8943-C042-8F11-2B0D75873519}" type="presParOf" srcId="{FBC81C0B-2648-8C4A-93A0-34757E46AEEE}" destId="{9477A324-1AAE-4B47-8F4F-1F17841DF8C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9717B61-F229-4F40-8A85-119CC1A3829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92F240C-96CC-4435-9247-A05F208ADAAE}">
      <dgm:prSet/>
      <dgm:spPr/>
      <dgm:t>
        <a:bodyPr/>
        <a:lstStyle/>
        <a:p>
          <a:r>
            <a:rPr lang="fr-CA"/>
            <a:t>Quelles améliorations pourraient être apportées au projet ? </a:t>
          </a:r>
          <a:endParaRPr lang="en-US"/>
        </a:p>
      </dgm:t>
    </dgm:pt>
    <dgm:pt modelId="{3BC456CC-F638-4802-8FE9-C09E17873E6A}" type="parTrans" cxnId="{ACC09543-DB3E-4083-94FC-B6B894E9E552}">
      <dgm:prSet/>
      <dgm:spPr/>
      <dgm:t>
        <a:bodyPr/>
        <a:lstStyle/>
        <a:p>
          <a:endParaRPr lang="en-US"/>
        </a:p>
      </dgm:t>
    </dgm:pt>
    <dgm:pt modelId="{A614015B-E33F-4787-9564-DEC5F1B4C6BB}" type="sibTrans" cxnId="{ACC09543-DB3E-4083-94FC-B6B894E9E552}">
      <dgm:prSet/>
      <dgm:spPr/>
      <dgm:t>
        <a:bodyPr/>
        <a:lstStyle/>
        <a:p>
          <a:endParaRPr lang="en-US"/>
        </a:p>
      </dgm:t>
    </dgm:pt>
    <dgm:pt modelId="{B14AF117-881C-4D71-B2AF-E537023D859E}">
      <dgm:prSet/>
      <dgm:spPr/>
      <dgm:t>
        <a:bodyPr/>
        <a:lstStyle/>
        <a:p>
          <a:r>
            <a:rPr lang="fr-CA"/>
            <a:t>Quelles fonctionnalités pourraient être ajoutées ?</a:t>
          </a:r>
          <a:endParaRPr lang="en-US"/>
        </a:p>
      </dgm:t>
    </dgm:pt>
    <dgm:pt modelId="{1B35FFBB-B644-4B9B-8127-30F6F7A7748A}" type="parTrans" cxnId="{3690FE3E-8FD7-4F30-B08D-2529E786A0ED}">
      <dgm:prSet/>
      <dgm:spPr/>
      <dgm:t>
        <a:bodyPr/>
        <a:lstStyle/>
        <a:p>
          <a:endParaRPr lang="en-US"/>
        </a:p>
      </dgm:t>
    </dgm:pt>
    <dgm:pt modelId="{A87CB56B-B9D9-4921-8F7F-EC8D2A48075A}" type="sibTrans" cxnId="{3690FE3E-8FD7-4F30-B08D-2529E786A0ED}">
      <dgm:prSet/>
      <dgm:spPr/>
      <dgm:t>
        <a:bodyPr/>
        <a:lstStyle/>
        <a:p>
          <a:endParaRPr lang="en-US"/>
        </a:p>
      </dgm:t>
    </dgm:pt>
    <dgm:pt modelId="{F58B20F4-4B01-FE4B-8907-F55DAB627DD0}" type="pres">
      <dgm:prSet presAssocID="{99717B61-F229-4F40-8A85-119CC1A3829D}" presName="linear" presStyleCnt="0">
        <dgm:presLayoutVars>
          <dgm:animLvl val="lvl"/>
          <dgm:resizeHandles val="exact"/>
        </dgm:presLayoutVars>
      </dgm:prSet>
      <dgm:spPr/>
    </dgm:pt>
    <dgm:pt modelId="{C9931DBA-F782-0043-95DF-20A7BDDA653E}" type="pres">
      <dgm:prSet presAssocID="{A92F240C-96CC-4435-9247-A05F208ADAA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D50166E-8EAC-8A45-8BFD-0D395BA2408A}" type="pres">
      <dgm:prSet presAssocID="{A614015B-E33F-4787-9564-DEC5F1B4C6BB}" presName="spacer" presStyleCnt="0"/>
      <dgm:spPr/>
    </dgm:pt>
    <dgm:pt modelId="{762FA365-9AA1-1149-9771-03A44DAF5234}" type="pres">
      <dgm:prSet presAssocID="{B14AF117-881C-4D71-B2AF-E537023D859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CEC2F01-97D8-A64E-805D-5FED4493CF22}" type="presOf" srcId="{99717B61-F229-4F40-8A85-119CC1A3829D}" destId="{F58B20F4-4B01-FE4B-8907-F55DAB627DD0}" srcOrd="0" destOrd="0" presId="urn:microsoft.com/office/officeart/2005/8/layout/vList2"/>
    <dgm:cxn modelId="{3690FE3E-8FD7-4F30-B08D-2529E786A0ED}" srcId="{99717B61-F229-4F40-8A85-119CC1A3829D}" destId="{B14AF117-881C-4D71-B2AF-E537023D859E}" srcOrd="1" destOrd="0" parTransId="{1B35FFBB-B644-4B9B-8127-30F6F7A7748A}" sibTransId="{A87CB56B-B9D9-4921-8F7F-EC8D2A48075A}"/>
    <dgm:cxn modelId="{ACC09543-DB3E-4083-94FC-B6B894E9E552}" srcId="{99717B61-F229-4F40-8A85-119CC1A3829D}" destId="{A92F240C-96CC-4435-9247-A05F208ADAAE}" srcOrd="0" destOrd="0" parTransId="{3BC456CC-F638-4802-8FE9-C09E17873E6A}" sibTransId="{A614015B-E33F-4787-9564-DEC5F1B4C6BB}"/>
    <dgm:cxn modelId="{78089E76-D373-F346-A856-C398E8A5FE3B}" type="presOf" srcId="{B14AF117-881C-4D71-B2AF-E537023D859E}" destId="{762FA365-9AA1-1149-9771-03A44DAF5234}" srcOrd="0" destOrd="0" presId="urn:microsoft.com/office/officeart/2005/8/layout/vList2"/>
    <dgm:cxn modelId="{6BF1E5B0-1AF3-694C-944A-6ACED8B29DBB}" type="presOf" srcId="{A92F240C-96CC-4435-9247-A05F208ADAAE}" destId="{C9931DBA-F782-0043-95DF-20A7BDDA653E}" srcOrd="0" destOrd="0" presId="urn:microsoft.com/office/officeart/2005/8/layout/vList2"/>
    <dgm:cxn modelId="{C4E16332-2228-354C-8A39-2D0427FD6512}" type="presParOf" srcId="{F58B20F4-4B01-FE4B-8907-F55DAB627DD0}" destId="{C9931DBA-F782-0043-95DF-20A7BDDA653E}" srcOrd="0" destOrd="0" presId="urn:microsoft.com/office/officeart/2005/8/layout/vList2"/>
    <dgm:cxn modelId="{54E31280-1604-E146-994D-8CCC454FD458}" type="presParOf" srcId="{F58B20F4-4B01-FE4B-8907-F55DAB627DD0}" destId="{BD50166E-8EAC-8A45-8BFD-0D395BA2408A}" srcOrd="1" destOrd="0" presId="urn:microsoft.com/office/officeart/2005/8/layout/vList2"/>
    <dgm:cxn modelId="{13940ED2-0486-EB4D-A2AF-F418AAD2D51A}" type="presParOf" srcId="{F58B20F4-4B01-FE4B-8907-F55DAB627DD0}" destId="{762FA365-9AA1-1149-9771-03A44DAF523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7A4568-ECCE-0C4B-827E-AE288001CF87}">
      <dsp:nvSpPr>
        <dsp:cNvPr id="0" name=""/>
        <dsp:cNvSpPr/>
      </dsp:nvSpPr>
      <dsp:spPr>
        <a:xfrm>
          <a:off x="0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30A755-CB22-7149-B302-F4DBCC806C91}">
      <dsp:nvSpPr>
        <dsp:cNvPr id="0" name=""/>
        <dsp:cNvSpPr/>
      </dsp:nvSpPr>
      <dsp:spPr>
        <a:xfrm>
          <a:off x="320675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800" kern="1200"/>
            <a:t>L’architecture générale (serveur, base de données, interface) </a:t>
          </a:r>
          <a:endParaRPr lang="en-US" sz="2800" kern="1200"/>
        </a:p>
      </dsp:txBody>
      <dsp:txXfrm>
        <a:off x="374352" y="843542"/>
        <a:ext cx="2778721" cy="1725303"/>
      </dsp:txXfrm>
    </dsp:sp>
    <dsp:sp modelId="{ECB6BB98-4794-9243-B343-5125986C818A}">
      <dsp:nvSpPr>
        <dsp:cNvPr id="0" name=""/>
        <dsp:cNvSpPr/>
      </dsp:nvSpPr>
      <dsp:spPr>
        <a:xfrm>
          <a:off x="3527425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5EC70-A460-B14E-A1EF-28A927E224F9}">
      <dsp:nvSpPr>
        <dsp:cNvPr id="0" name=""/>
        <dsp:cNvSpPr/>
      </dsp:nvSpPr>
      <dsp:spPr>
        <a:xfrm>
          <a:off x="3848099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800" kern="1200" dirty="0"/>
            <a:t>L’organisation du projet </a:t>
          </a:r>
          <a:endParaRPr lang="en-US" sz="2800" kern="1200" dirty="0"/>
        </a:p>
      </dsp:txBody>
      <dsp:txXfrm>
        <a:off x="3901776" y="843542"/>
        <a:ext cx="2778721" cy="1725303"/>
      </dsp:txXfrm>
    </dsp:sp>
    <dsp:sp modelId="{CC088BA6-FC37-D64D-862C-DBC4D7020EC5}">
      <dsp:nvSpPr>
        <dsp:cNvPr id="0" name=""/>
        <dsp:cNvSpPr/>
      </dsp:nvSpPr>
      <dsp:spPr>
        <a:xfrm>
          <a:off x="7054850" y="485224"/>
          <a:ext cx="2886075" cy="18326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B8AB4-66FC-BB4A-A4F1-DD44723832C1}">
      <dsp:nvSpPr>
        <dsp:cNvPr id="0" name=""/>
        <dsp:cNvSpPr/>
      </dsp:nvSpPr>
      <dsp:spPr>
        <a:xfrm>
          <a:off x="7375524" y="789865"/>
          <a:ext cx="2886075" cy="183265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800" kern="1200"/>
            <a:t>Les principaux choix réalisés</a:t>
          </a:r>
          <a:endParaRPr lang="en-US" sz="2800" kern="1200"/>
        </a:p>
      </dsp:txBody>
      <dsp:txXfrm>
        <a:off x="7429201" y="843542"/>
        <a:ext cx="2778721" cy="17253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85551C-7E8F-CD4C-A2C0-7E9462BF6AAD}">
      <dsp:nvSpPr>
        <dsp:cNvPr id="0" name=""/>
        <dsp:cNvSpPr/>
      </dsp:nvSpPr>
      <dsp:spPr>
        <a:xfrm>
          <a:off x="3006" y="0"/>
          <a:ext cx="2385020" cy="310774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945" tIns="330200" rIns="18594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/>
            <a:t>Comment le travail a été réparti</a:t>
          </a:r>
          <a:endParaRPr lang="en-US" sz="2600" kern="1200"/>
        </a:p>
      </dsp:txBody>
      <dsp:txXfrm>
        <a:off x="3006" y="1180944"/>
        <a:ext cx="2385020" cy="1864648"/>
      </dsp:txXfrm>
    </dsp:sp>
    <dsp:sp modelId="{6F645F5E-20DE-A246-A6E3-4CF4E23844D8}">
      <dsp:nvSpPr>
        <dsp:cNvPr id="0" name=""/>
        <dsp:cNvSpPr/>
      </dsp:nvSpPr>
      <dsp:spPr>
        <a:xfrm>
          <a:off x="729354" y="310774"/>
          <a:ext cx="932324" cy="9323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688" tIns="12700" rIns="72688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1</a:t>
          </a:r>
        </a:p>
      </dsp:txBody>
      <dsp:txXfrm>
        <a:off x="865890" y="447310"/>
        <a:ext cx="659252" cy="659252"/>
      </dsp:txXfrm>
    </dsp:sp>
    <dsp:sp modelId="{6E5DE5E8-746C-E848-B934-3840C03053DA}">
      <dsp:nvSpPr>
        <dsp:cNvPr id="0" name=""/>
        <dsp:cNvSpPr/>
      </dsp:nvSpPr>
      <dsp:spPr>
        <a:xfrm>
          <a:off x="3006" y="3107676"/>
          <a:ext cx="2385020" cy="72"/>
        </a:xfrm>
        <a:prstGeom prst="rect">
          <a:avLst/>
        </a:prstGeom>
        <a:solidFill>
          <a:schemeClr val="accent2">
            <a:hueOff val="-1478841"/>
            <a:satOff val="6551"/>
            <a:lumOff val="-2409"/>
            <a:alphaOff val="0"/>
          </a:schemeClr>
        </a:solidFill>
        <a:ln w="12700" cap="flat" cmpd="sng" algn="ctr">
          <a:solidFill>
            <a:schemeClr val="accent2">
              <a:hueOff val="-1478841"/>
              <a:satOff val="6551"/>
              <a:lumOff val="-240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D7A96-F86E-EA47-B66D-DE9E2C8223E0}">
      <dsp:nvSpPr>
        <dsp:cNvPr id="0" name=""/>
        <dsp:cNvSpPr/>
      </dsp:nvSpPr>
      <dsp:spPr>
        <a:xfrm>
          <a:off x="2626528" y="0"/>
          <a:ext cx="2385020" cy="3107748"/>
        </a:xfrm>
        <a:prstGeom prst="rect">
          <a:avLst/>
        </a:prstGeom>
        <a:solidFill>
          <a:schemeClr val="accent2">
            <a:tint val="40000"/>
            <a:alpha val="90000"/>
            <a:hueOff val="-3648662"/>
            <a:satOff val="10440"/>
            <a:lumOff val="-69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648662"/>
              <a:satOff val="10440"/>
              <a:lumOff val="-6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945" tIns="330200" rIns="18594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/>
            <a:t>Comment les tâches ont été suivies</a:t>
          </a:r>
          <a:endParaRPr lang="en-US" sz="2600" kern="1200"/>
        </a:p>
      </dsp:txBody>
      <dsp:txXfrm>
        <a:off x="2626528" y="1180944"/>
        <a:ext cx="2385020" cy="1864648"/>
      </dsp:txXfrm>
    </dsp:sp>
    <dsp:sp modelId="{A32F9A4A-E3FD-7C47-898D-63065F8B9147}">
      <dsp:nvSpPr>
        <dsp:cNvPr id="0" name=""/>
        <dsp:cNvSpPr/>
      </dsp:nvSpPr>
      <dsp:spPr>
        <a:xfrm>
          <a:off x="3352876" y="310774"/>
          <a:ext cx="932324" cy="932324"/>
        </a:xfrm>
        <a:prstGeom prst="ellipse">
          <a:avLst/>
        </a:prstGeom>
        <a:solidFill>
          <a:schemeClr val="accent2">
            <a:hueOff val="-2957682"/>
            <a:satOff val="13103"/>
            <a:lumOff val="-4818"/>
            <a:alphaOff val="0"/>
          </a:schemeClr>
        </a:solidFill>
        <a:ln w="12700" cap="flat" cmpd="sng" algn="ctr">
          <a:solidFill>
            <a:schemeClr val="accent2">
              <a:hueOff val="-2957682"/>
              <a:satOff val="13103"/>
              <a:lumOff val="-48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688" tIns="12700" rIns="72688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2</a:t>
          </a:r>
        </a:p>
      </dsp:txBody>
      <dsp:txXfrm>
        <a:off x="3489412" y="447310"/>
        <a:ext cx="659252" cy="659252"/>
      </dsp:txXfrm>
    </dsp:sp>
    <dsp:sp modelId="{560ABBE2-661C-2B4E-AFAB-CE1946F9C9CF}">
      <dsp:nvSpPr>
        <dsp:cNvPr id="0" name=""/>
        <dsp:cNvSpPr/>
      </dsp:nvSpPr>
      <dsp:spPr>
        <a:xfrm>
          <a:off x="2626528" y="3107676"/>
          <a:ext cx="2385020" cy="72"/>
        </a:xfrm>
        <a:prstGeom prst="rect">
          <a:avLst/>
        </a:prstGeom>
        <a:solidFill>
          <a:schemeClr val="accent2">
            <a:hueOff val="-4436523"/>
            <a:satOff val="19654"/>
            <a:lumOff val="-7227"/>
            <a:alphaOff val="0"/>
          </a:schemeClr>
        </a:solidFill>
        <a:ln w="12700" cap="flat" cmpd="sng" algn="ctr">
          <a:solidFill>
            <a:schemeClr val="accent2">
              <a:hueOff val="-4436523"/>
              <a:satOff val="19654"/>
              <a:lumOff val="-722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E4BF7-3F6D-E841-897D-9E305F521BA9}">
      <dsp:nvSpPr>
        <dsp:cNvPr id="0" name=""/>
        <dsp:cNvSpPr/>
      </dsp:nvSpPr>
      <dsp:spPr>
        <a:xfrm>
          <a:off x="5250051" y="0"/>
          <a:ext cx="2385020" cy="3107748"/>
        </a:xfrm>
        <a:prstGeom prst="rect">
          <a:avLst/>
        </a:prstGeom>
        <a:solidFill>
          <a:schemeClr val="accent2">
            <a:tint val="40000"/>
            <a:alpha val="90000"/>
            <a:hueOff val="-7297324"/>
            <a:satOff val="20881"/>
            <a:lumOff val="-138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297324"/>
              <a:satOff val="20881"/>
              <a:lumOff val="-13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945" tIns="330200" rIns="18594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/>
            <a:t>Comment l’équipe a collaboré</a:t>
          </a:r>
          <a:endParaRPr lang="en-US" sz="2600" kern="1200"/>
        </a:p>
      </dsp:txBody>
      <dsp:txXfrm>
        <a:off x="5250051" y="1180944"/>
        <a:ext cx="2385020" cy="1864648"/>
      </dsp:txXfrm>
    </dsp:sp>
    <dsp:sp modelId="{CE739F19-EE32-E54C-B163-CDD41515E7AE}">
      <dsp:nvSpPr>
        <dsp:cNvPr id="0" name=""/>
        <dsp:cNvSpPr/>
      </dsp:nvSpPr>
      <dsp:spPr>
        <a:xfrm>
          <a:off x="5976398" y="310774"/>
          <a:ext cx="932324" cy="932324"/>
        </a:xfrm>
        <a:prstGeom prst="ellipse">
          <a:avLst/>
        </a:prstGeom>
        <a:solidFill>
          <a:schemeClr val="accent2">
            <a:hueOff val="-5915365"/>
            <a:satOff val="26205"/>
            <a:lumOff val="-9637"/>
            <a:alphaOff val="0"/>
          </a:schemeClr>
        </a:solidFill>
        <a:ln w="12700" cap="flat" cmpd="sng" algn="ctr">
          <a:solidFill>
            <a:schemeClr val="accent2">
              <a:hueOff val="-5915365"/>
              <a:satOff val="26205"/>
              <a:lumOff val="-96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688" tIns="12700" rIns="72688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3</a:t>
          </a:r>
        </a:p>
      </dsp:txBody>
      <dsp:txXfrm>
        <a:off x="6112934" y="447310"/>
        <a:ext cx="659252" cy="659252"/>
      </dsp:txXfrm>
    </dsp:sp>
    <dsp:sp modelId="{3C8E2830-1467-A04E-B2D4-B9E3D5F2BD7D}">
      <dsp:nvSpPr>
        <dsp:cNvPr id="0" name=""/>
        <dsp:cNvSpPr/>
      </dsp:nvSpPr>
      <dsp:spPr>
        <a:xfrm>
          <a:off x="5250051" y="3107676"/>
          <a:ext cx="2385020" cy="72"/>
        </a:xfrm>
        <a:prstGeom prst="rect">
          <a:avLst/>
        </a:prstGeom>
        <a:solidFill>
          <a:schemeClr val="accent2">
            <a:hueOff val="-7394206"/>
            <a:satOff val="32756"/>
            <a:lumOff val="-12046"/>
            <a:alphaOff val="0"/>
          </a:schemeClr>
        </a:solidFill>
        <a:ln w="12700" cap="flat" cmpd="sng" algn="ctr">
          <a:solidFill>
            <a:schemeClr val="accent2">
              <a:hueOff val="-7394206"/>
              <a:satOff val="32756"/>
              <a:lumOff val="-120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CCA245-B1B7-D544-BBC4-155E7A40190B}">
      <dsp:nvSpPr>
        <dsp:cNvPr id="0" name=""/>
        <dsp:cNvSpPr/>
      </dsp:nvSpPr>
      <dsp:spPr>
        <a:xfrm>
          <a:off x="7873573" y="0"/>
          <a:ext cx="2385020" cy="3107748"/>
        </a:xfrm>
        <a:prstGeom prst="rect">
          <a:avLst/>
        </a:prstGeom>
        <a:solidFill>
          <a:schemeClr val="accent2">
            <a:tint val="40000"/>
            <a:alpha val="90000"/>
            <a:hueOff val="-10945986"/>
            <a:satOff val="31321"/>
            <a:lumOff val="-208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0945986"/>
              <a:satOff val="31321"/>
              <a:lumOff val="-20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945" tIns="330200" rIns="185945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kern="1200"/>
            <a:t>Comment les sprints ont été gérés</a:t>
          </a:r>
          <a:endParaRPr lang="en-US" sz="2600" kern="1200"/>
        </a:p>
      </dsp:txBody>
      <dsp:txXfrm>
        <a:off x="7873573" y="1180944"/>
        <a:ext cx="2385020" cy="1864648"/>
      </dsp:txXfrm>
    </dsp:sp>
    <dsp:sp modelId="{CC6428DE-1C3A-AF4A-92C0-85304C4F7DEE}">
      <dsp:nvSpPr>
        <dsp:cNvPr id="0" name=""/>
        <dsp:cNvSpPr/>
      </dsp:nvSpPr>
      <dsp:spPr>
        <a:xfrm>
          <a:off x="8599921" y="310774"/>
          <a:ext cx="932324" cy="932324"/>
        </a:xfrm>
        <a:prstGeom prst="ellipse">
          <a:avLst/>
        </a:prstGeom>
        <a:solidFill>
          <a:schemeClr val="accent2">
            <a:hueOff val="-8873047"/>
            <a:satOff val="39308"/>
            <a:lumOff val="-14455"/>
            <a:alphaOff val="0"/>
          </a:schemeClr>
        </a:solidFill>
        <a:ln w="12700" cap="flat" cmpd="sng" algn="ctr">
          <a:solidFill>
            <a:schemeClr val="accent2">
              <a:hueOff val="-8873047"/>
              <a:satOff val="39308"/>
              <a:lumOff val="-144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688" tIns="12700" rIns="72688" bIns="1270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4</a:t>
          </a:r>
        </a:p>
      </dsp:txBody>
      <dsp:txXfrm>
        <a:off x="8736457" y="447310"/>
        <a:ext cx="659252" cy="659252"/>
      </dsp:txXfrm>
    </dsp:sp>
    <dsp:sp modelId="{C4D3031F-4EB0-A246-B8F0-45099E3EC7F5}">
      <dsp:nvSpPr>
        <dsp:cNvPr id="0" name=""/>
        <dsp:cNvSpPr/>
      </dsp:nvSpPr>
      <dsp:spPr>
        <a:xfrm>
          <a:off x="7873573" y="3107676"/>
          <a:ext cx="2385020" cy="72"/>
        </a:xfrm>
        <a:prstGeom prst="rect">
          <a:avLst/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 w="12700" cap="flat" cmpd="sng" algn="ctr">
          <a:solidFill>
            <a:schemeClr val="accent2">
              <a:hueOff val="-10351888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681434-0776-7E47-9FF3-35F750E9E2C6}">
      <dsp:nvSpPr>
        <dsp:cNvPr id="0" name=""/>
        <dsp:cNvSpPr/>
      </dsp:nvSpPr>
      <dsp:spPr>
        <a:xfrm>
          <a:off x="0" y="642919"/>
          <a:ext cx="5607050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95D604-595A-234A-A68A-5CE378B5853F}">
      <dsp:nvSpPr>
        <dsp:cNvPr id="0" name=""/>
        <dsp:cNvSpPr/>
      </dsp:nvSpPr>
      <dsp:spPr>
        <a:xfrm>
          <a:off x="280352" y="111559"/>
          <a:ext cx="3924935" cy="10627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353" tIns="0" rIns="148353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600" kern="1200"/>
            <a:t>Ce qu’il a fait dans le projet</a:t>
          </a:r>
          <a:endParaRPr lang="en-US" sz="3600" kern="1200"/>
        </a:p>
      </dsp:txBody>
      <dsp:txXfrm>
        <a:off x="332230" y="163437"/>
        <a:ext cx="3821179" cy="958964"/>
      </dsp:txXfrm>
    </dsp:sp>
    <dsp:sp modelId="{46CA6EC9-BC72-094C-AA4C-FB18AE9B4AA0}">
      <dsp:nvSpPr>
        <dsp:cNvPr id="0" name=""/>
        <dsp:cNvSpPr/>
      </dsp:nvSpPr>
      <dsp:spPr>
        <a:xfrm>
          <a:off x="0" y="2275880"/>
          <a:ext cx="5607050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968812-FF1F-A14F-A854-BEBBA82423DA}">
      <dsp:nvSpPr>
        <dsp:cNvPr id="0" name=""/>
        <dsp:cNvSpPr/>
      </dsp:nvSpPr>
      <dsp:spPr>
        <a:xfrm>
          <a:off x="280352" y="1744520"/>
          <a:ext cx="3924935" cy="10627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353" tIns="0" rIns="148353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600" kern="1200"/>
            <a:t>Les responsabilités principales</a:t>
          </a:r>
          <a:endParaRPr lang="en-US" sz="3600" kern="1200"/>
        </a:p>
      </dsp:txBody>
      <dsp:txXfrm>
        <a:off x="332230" y="1796398"/>
        <a:ext cx="3821179" cy="958964"/>
      </dsp:txXfrm>
    </dsp:sp>
    <dsp:sp modelId="{5D16EA35-8924-DE4F-BA3D-0FFE6B80A6C7}">
      <dsp:nvSpPr>
        <dsp:cNvPr id="0" name=""/>
        <dsp:cNvSpPr/>
      </dsp:nvSpPr>
      <dsp:spPr>
        <a:xfrm>
          <a:off x="0" y="3908840"/>
          <a:ext cx="5607050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7FA230-5E14-6140-A878-BF9D4FF52EBF}">
      <dsp:nvSpPr>
        <dsp:cNvPr id="0" name=""/>
        <dsp:cNvSpPr/>
      </dsp:nvSpPr>
      <dsp:spPr>
        <a:xfrm>
          <a:off x="280352" y="3377480"/>
          <a:ext cx="3924935" cy="10627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353" tIns="0" rIns="148353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600" kern="1200"/>
            <a:t>Les contributions concrètes</a:t>
          </a:r>
          <a:endParaRPr lang="en-US" sz="3600" kern="1200"/>
        </a:p>
      </dsp:txBody>
      <dsp:txXfrm>
        <a:off x="332230" y="3429358"/>
        <a:ext cx="3821179" cy="9589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48A8B7-67C5-2944-8D2C-5C61AD114F7A}">
      <dsp:nvSpPr>
        <dsp:cNvPr id="0" name=""/>
        <dsp:cNvSpPr/>
      </dsp:nvSpPr>
      <dsp:spPr>
        <a:xfrm>
          <a:off x="0" y="0"/>
          <a:ext cx="102615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E7C8E2-54FB-D249-9531-4E67AB7B80BA}">
      <dsp:nvSpPr>
        <dsp:cNvPr id="0" name=""/>
        <dsp:cNvSpPr/>
      </dsp:nvSpPr>
      <dsp:spPr>
        <a:xfrm>
          <a:off x="0" y="0"/>
          <a:ext cx="10261599" cy="776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700" kern="1200"/>
            <a:t>Les principaux problèmes rencontrés</a:t>
          </a:r>
          <a:endParaRPr lang="en-US" sz="3700" kern="1200"/>
        </a:p>
      </dsp:txBody>
      <dsp:txXfrm>
        <a:off x="0" y="0"/>
        <a:ext cx="10261599" cy="776936"/>
      </dsp:txXfrm>
    </dsp:sp>
    <dsp:sp modelId="{5F5B18D5-6691-5840-A98A-F89E6EA34C27}">
      <dsp:nvSpPr>
        <dsp:cNvPr id="0" name=""/>
        <dsp:cNvSpPr/>
      </dsp:nvSpPr>
      <dsp:spPr>
        <a:xfrm>
          <a:off x="0" y="776936"/>
          <a:ext cx="1026159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5A306-66E1-2140-838D-D08AB455D674}">
      <dsp:nvSpPr>
        <dsp:cNvPr id="0" name=""/>
        <dsp:cNvSpPr/>
      </dsp:nvSpPr>
      <dsp:spPr>
        <a:xfrm>
          <a:off x="0" y="776936"/>
          <a:ext cx="10261599" cy="776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700" kern="1200"/>
            <a:t>Les blocages techniques ou organisationnels</a:t>
          </a:r>
          <a:endParaRPr lang="en-US" sz="3700" kern="1200"/>
        </a:p>
      </dsp:txBody>
      <dsp:txXfrm>
        <a:off x="0" y="776936"/>
        <a:ext cx="10261599" cy="776936"/>
      </dsp:txXfrm>
    </dsp:sp>
    <dsp:sp modelId="{2745A72B-FE04-DC42-8315-6B7F3160B695}">
      <dsp:nvSpPr>
        <dsp:cNvPr id="0" name=""/>
        <dsp:cNvSpPr/>
      </dsp:nvSpPr>
      <dsp:spPr>
        <a:xfrm>
          <a:off x="0" y="1553873"/>
          <a:ext cx="1026159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7F18F-A274-9744-A920-6B34348B7A3A}">
      <dsp:nvSpPr>
        <dsp:cNvPr id="0" name=""/>
        <dsp:cNvSpPr/>
      </dsp:nvSpPr>
      <dsp:spPr>
        <a:xfrm>
          <a:off x="0" y="1553873"/>
          <a:ext cx="10261599" cy="776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700" kern="1200"/>
            <a:t>Les solutions mises en place </a:t>
          </a:r>
          <a:endParaRPr lang="en-US" sz="3700" kern="1200"/>
        </a:p>
      </dsp:txBody>
      <dsp:txXfrm>
        <a:off x="0" y="1553873"/>
        <a:ext cx="10261599" cy="776936"/>
      </dsp:txXfrm>
    </dsp:sp>
    <dsp:sp modelId="{AE4E83EC-BE26-024D-AE8D-B806705D8DE1}">
      <dsp:nvSpPr>
        <dsp:cNvPr id="0" name=""/>
        <dsp:cNvSpPr/>
      </dsp:nvSpPr>
      <dsp:spPr>
        <a:xfrm>
          <a:off x="0" y="2330810"/>
          <a:ext cx="1026159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3293C-1B31-B047-88B9-2BC7C8622448}">
      <dsp:nvSpPr>
        <dsp:cNvPr id="0" name=""/>
        <dsp:cNvSpPr/>
      </dsp:nvSpPr>
      <dsp:spPr>
        <a:xfrm>
          <a:off x="0" y="2330810"/>
          <a:ext cx="10261599" cy="776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700" kern="1200"/>
            <a:t>Ce qui a été appris</a:t>
          </a:r>
          <a:endParaRPr lang="en-US" sz="3700" kern="1200"/>
        </a:p>
      </dsp:txBody>
      <dsp:txXfrm>
        <a:off x="0" y="2330810"/>
        <a:ext cx="10261599" cy="7769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31DBA-F782-0043-95DF-20A7BDDA653E}">
      <dsp:nvSpPr>
        <dsp:cNvPr id="0" name=""/>
        <dsp:cNvSpPr/>
      </dsp:nvSpPr>
      <dsp:spPr>
        <a:xfrm>
          <a:off x="0" y="96194"/>
          <a:ext cx="6151562" cy="24745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700" kern="1200"/>
            <a:t>Quelles améliorations pourraient être apportées au projet ? </a:t>
          </a:r>
          <a:endParaRPr lang="en-US" sz="4700" kern="1200"/>
        </a:p>
      </dsp:txBody>
      <dsp:txXfrm>
        <a:off x="120798" y="216992"/>
        <a:ext cx="5909966" cy="2232954"/>
      </dsp:txXfrm>
    </dsp:sp>
    <dsp:sp modelId="{762FA365-9AA1-1149-9771-03A44DAF5234}">
      <dsp:nvSpPr>
        <dsp:cNvPr id="0" name=""/>
        <dsp:cNvSpPr/>
      </dsp:nvSpPr>
      <dsp:spPr>
        <a:xfrm>
          <a:off x="0" y="2706105"/>
          <a:ext cx="6151562" cy="2474550"/>
        </a:xfrm>
        <a:prstGeom prst="roundRect">
          <a:avLst/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700" kern="1200"/>
            <a:t>Quelles fonctionnalités pourraient être ajoutées ?</a:t>
          </a:r>
          <a:endParaRPr lang="en-US" sz="4700" kern="1200"/>
        </a:p>
      </dsp:txBody>
      <dsp:txXfrm>
        <a:off x="120798" y="2826903"/>
        <a:ext cx="5909966" cy="22329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00E19-A7D1-6449-B64C-A8A09F2A3FB2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AA496-7541-7349-9462-E89DC304EB2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7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AA496-7541-7349-9462-E89DC304E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04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oman standing at car showroom">
            <a:extLst>
              <a:ext uri="{FF2B5EF4-FFF2-40B4-BE49-F238E27FC236}">
                <a16:creationId xmlns:a16="http://schemas.microsoft.com/office/drawing/2014/main" id="{4BED7DB5-3C09-A03B-02D4-A1883CBA26A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3A0BC53-A7D3-B237-5754-399E758BC6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682496"/>
            <a:ext cx="8991600" cy="1645920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Autofit/>
          </a:bodyPr>
          <a:lstStyle/>
          <a:p>
            <a:r>
              <a:rPr kumimoji="1" lang="fr-CA" sz="5400" noProof="0" dirty="0">
                <a:solidFill>
                  <a:schemeClr val="tx1"/>
                </a:solidFill>
                <a:latin typeface="Apple Braille" pitchFamily="2" charset="0"/>
              </a:rPr>
              <a:t>Système de gestion du concessionnaire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ED85BE-CCD9-B307-2BBF-5A0991BAF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0345" y="4066287"/>
            <a:ext cx="4951310" cy="188923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kumimoji="1" lang="fr-CA" sz="2800" spc="300" noProof="0" dirty="0">
                <a:solidFill>
                  <a:schemeClr val="tx1"/>
                </a:solidFill>
                <a:latin typeface="Aptos" panose="020B0004020202020204" pitchFamily="34" charset="0"/>
                <a:cs typeface="Angsana New" panose="02020603050405020304" pitchFamily="18" charset="-34"/>
              </a:rPr>
              <a:t>Hsiao-Shan</a:t>
            </a:r>
          </a:p>
          <a:p>
            <a:pPr>
              <a:lnSpc>
                <a:spcPct val="90000"/>
              </a:lnSpc>
            </a:pPr>
            <a:r>
              <a:rPr kumimoji="1" lang="fr-CA" sz="2800" spc="300" dirty="0">
                <a:solidFill>
                  <a:schemeClr val="tx1"/>
                </a:solidFill>
                <a:latin typeface="Aptos" panose="020B0004020202020204" pitchFamily="34" charset="0"/>
                <a:cs typeface="Angsana New" panose="02020603050405020304" pitchFamily="18" charset="-34"/>
              </a:rPr>
              <a:t>Ashley</a:t>
            </a:r>
          </a:p>
          <a:p>
            <a:pPr>
              <a:lnSpc>
                <a:spcPct val="90000"/>
              </a:lnSpc>
            </a:pPr>
            <a:r>
              <a:rPr kumimoji="1" lang="fr-CA" sz="2800" spc="300" noProof="0" dirty="0">
                <a:solidFill>
                  <a:schemeClr val="tx1"/>
                </a:solidFill>
                <a:latin typeface="Aptos" panose="020B0004020202020204" pitchFamily="34" charset="0"/>
                <a:cs typeface="Angsana New" panose="02020603050405020304" pitchFamily="18" charset="-34"/>
              </a:rPr>
              <a:t>Kerian</a:t>
            </a:r>
          </a:p>
          <a:p>
            <a:pPr>
              <a:lnSpc>
                <a:spcPct val="90000"/>
              </a:lnSpc>
            </a:pPr>
            <a:r>
              <a:rPr kumimoji="1" lang="fr-CA" sz="2800" spc="300" dirty="0">
                <a:solidFill>
                  <a:schemeClr val="tx1"/>
                </a:solidFill>
                <a:latin typeface="Aptos" panose="020B0004020202020204" pitchFamily="34" charset="0"/>
                <a:cs typeface="Angsana New" panose="02020603050405020304" pitchFamily="18" charset="-34"/>
              </a:rPr>
              <a:t>Daniel</a:t>
            </a:r>
            <a:endParaRPr kumimoji="1" lang="fr-CA" sz="2800" spc="300" noProof="0" dirty="0">
              <a:solidFill>
                <a:schemeClr val="tx1"/>
              </a:solidFill>
              <a:latin typeface="Aptos" panose="020B00040202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92878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07F3A56-8B6D-2451-95BA-5053ADE18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200"/>
              <a:t>Introduction</a:t>
            </a:r>
            <a:endParaRPr kumimoji="1" lang="en-US" sz="2200" noProof="0"/>
          </a:p>
        </p:txBody>
      </p:sp>
      <p:pic>
        <p:nvPicPr>
          <p:cNvPr id="4" name="圖片 5">
            <a:extLst>
              <a:ext uri="{FF2B5EF4-FFF2-40B4-BE49-F238E27FC236}">
                <a16:creationId xmlns:a16="http://schemas.microsoft.com/office/drawing/2014/main" id="{4C0FA718-179F-D821-FAFE-DBC9F1A9E4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9860" y="1148050"/>
            <a:ext cx="6517003" cy="456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7F7EFE6-D473-77C3-2A09-0A7EB7C53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fr-CA" dirty="0"/>
              <a:t>Démonstration de l’application</a:t>
            </a:r>
            <a:endParaRPr kumimoji="1" lang="fr-CA" noProof="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3056B7-BE6B-CB94-1341-D8EB2660C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244" y="2123556"/>
            <a:ext cx="8779512" cy="3087073"/>
          </a:xfrm>
        </p:spPr>
        <p:txBody>
          <a:bodyPr>
            <a:noAutofit/>
          </a:bodyPr>
          <a:lstStyle/>
          <a:p>
            <a:r>
              <a:rPr lang="fr-CA" sz="2000" dirty="0">
                <a:solidFill>
                  <a:srgbClr val="404040"/>
                </a:solidFill>
              </a:rPr>
              <a:t> Connexion au système </a:t>
            </a:r>
          </a:p>
          <a:p>
            <a:r>
              <a:rPr lang="fr-CA" sz="2000" dirty="0">
                <a:solidFill>
                  <a:srgbClr val="404040"/>
                </a:solidFill>
              </a:rPr>
              <a:t> Gestion des clients </a:t>
            </a:r>
          </a:p>
          <a:p>
            <a:r>
              <a:rPr lang="fr-CA" sz="2000" dirty="0">
                <a:solidFill>
                  <a:srgbClr val="404040"/>
                </a:solidFill>
              </a:rPr>
              <a:t> Création et suivi des dossiers </a:t>
            </a:r>
          </a:p>
          <a:p>
            <a:r>
              <a:rPr lang="fr-CA" sz="2000" dirty="0">
                <a:solidFill>
                  <a:srgbClr val="404040"/>
                </a:solidFill>
              </a:rPr>
              <a:t> Ajout de notes </a:t>
            </a:r>
          </a:p>
          <a:p>
            <a:r>
              <a:rPr lang="fr-CA" sz="2000" dirty="0">
                <a:solidFill>
                  <a:srgbClr val="404040"/>
                </a:solidFill>
              </a:rPr>
              <a:t> Gestion des documents (upload / consultation) </a:t>
            </a:r>
          </a:p>
          <a:p>
            <a:r>
              <a:rPr lang="fr-CA" sz="2000" dirty="0">
                <a:solidFill>
                  <a:srgbClr val="404040"/>
                </a:solidFill>
              </a:rPr>
              <a:t> Gestion des factures </a:t>
            </a:r>
          </a:p>
          <a:p>
            <a:r>
              <a:rPr lang="fr-CA" sz="2000" dirty="0">
                <a:solidFill>
                  <a:srgbClr val="404040"/>
                </a:solidFill>
              </a:rPr>
              <a:t> Tableau de bord</a:t>
            </a:r>
            <a:endParaRPr kumimoji="1" lang="fr-CA" sz="2000" noProof="0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061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1B96-E443-C787-A27E-241133A7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fr-CA" dirty="0"/>
              <a:t>Architecture et choix techniques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383199-F7D6-685B-203D-DC23B676FF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7272720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1431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F6EE8A-8613-8F7D-A326-4AAB3740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7865" y="2921173"/>
            <a:ext cx="2745667" cy="1015663"/>
          </a:xfrm>
        </p:spPr>
        <p:txBody>
          <a:bodyPr vert="horz" lIns="182880" tIns="182880" rIns="182880" bIns="182880" rtlCol="0" anchor="ctr" anchorCtr="1">
            <a:normAutofit/>
          </a:bodyPr>
          <a:lstStyle/>
          <a:p>
            <a:pPr lvl="0"/>
            <a:r>
              <a:rPr lang="fr-CA" sz="2000" dirty="0"/>
              <a:t>organisation</a:t>
            </a:r>
            <a:endParaRPr lang="en-CA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AFBB67-2575-4F5A-96CF-CD2EB02A1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354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811DDDB-B20B-5EBF-9553-08D03FC00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217" y="640080"/>
            <a:ext cx="1763149" cy="526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28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7D5D6-E127-92B7-E44D-CB69C91B0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fr-CA" dirty="0"/>
              <a:t>Organisation du travail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D8E41F-14C1-6FF3-34F1-B06221C522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922484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7364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164F1-7F4F-DB51-7676-8DAD3249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fr-CA" noProof="1">
                <a:solidFill>
                  <a:schemeClr val="bg1"/>
                </a:solidFill>
              </a:rPr>
              <a:t>Contribution individuelle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4E06D5-A9EA-A846-35C2-8A6AFB8F29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7684276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6821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BCD13-DCB9-A676-59E2-67AA54BF3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fr-CA" noProof="1"/>
              <a:t>Difficultés et solutions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9C76E193-B402-7442-9090-6B51C31D3F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1820198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9592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CDBF0-21D2-3282-9FD4-90B695AFB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>
            <a:normAutofit/>
          </a:bodyPr>
          <a:lstStyle/>
          <a:p>
            <a:r>
              <a:rPr lang="fr-CA" noProof="0" dirty="0"/>
              <a:t>Améliorations possibles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4CEFA4-B0A3-0119-E723-DB407FDAE0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4688665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366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2FED-AAE8-0490-BDDD-65D189DB2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343" y="1444753"/>
            <a:ext cx="4379439" cy="3968496"/>
          </a:xfrm>
          <a:prstGeom prst="rect">
            <a:avLst/>
          </a:prstGeom>
          <a:solidFill>
            <a:schemeClr val="accent2"/>
          </a:solidFill>
          <a:ln w="190500" cap="sq" cmpd="thinThick">
            <a:solidFill>
              <a:schemeClr val="accent2"/>
            </a:solidFill>
            <a:miter lim="800000"/>
          </a:ln>
        </p:spPr>
        <p:txBody>
          <a:bodyPr wrap="square" anchor="ctr">
            <a:normAutofit/>
          </a:bodyPr>
          <a:lstStyle/>
          <a:p>
            <a:r>
              <a:rPr lang="fr-CA" sz="3200" noProof="0">
                <a:solidFill>
                  <a:srgbClr val="FFFFFF"/>
                </a:solidFill>
              </a:rPr>
              <a:t>Constats principaux en lien avec la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3669F-A0BB-E983-E72D-FE837280C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444752"/>
            <a:ext cx="4816392" cy="3968496"/>
          </a:xfrm>
        </p:spPr>
        <p:txBody>
          <a:bodyPr anchor="ctr">
            <a:normAutofit/>
          </a:bodyPr>
          <a:lstStyle/>
          <a:p>
            <a:r>
              <a:rPr lang="fr-CA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Ce qu’il a surtout retenu cette session sur le plan de la communication et/ou du travail d’équipe</a:t>
            </a:r>
            <a:endParaRPr lang="fr-CA" sz="28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775394"/>
      </p:ext>
    </p:extLst>
  </p:cSld>
  <p:clrMapOvr>
    <a:masterClrMapping/>
  </p:clrMapOvr>
</p:sld>
</file>

<file path=ppt/theme/theme1.xml><?xml version="1.0" encoding="utf-8"?>
<a:theme xmlns:a="http://schemas.openxmlformats.org/drawingml/2006/main" name="包裹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包裹</Template>
  <TotalTime>3468</TotalTime>
  <Words>180</Words>
  <Application>Microsoft Office PowerPoint</Application>
  <PresentationFormat>Grand écran</PresentationFormat>
  <Paragraphs>43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Apple Braille</vt:lpstr>
      <vt:lpstr>Aptos</vt:lpstr>
      <vt:lpstr>Arial</vt:lpstr>
      <vt:lpstr>Gill Sans MT</vt:lpstr>
      <vt:lpstr>包裹</vt:lpstr>
      <vt:lpstr>Système de gestion du concessionnaire</vt:lpstr>
      <vt:lpstr>Introduction</vt:lpstr>
      <vt:lpstr>Démonstration de l’application</vt:lpstr>
      <vt:lpstr>Architecture et choix techniques</vt:lpstr>
      <vt:lpstr>organisation</vt:lpstr>
      <vt:lpstr>Organisation du travail</vt:lpstr>
      <vt:lpstr>Contribution individuelle</vt:lpstr>
      <vt:lpstr>Difficultés et solutions</vt:lpstr>
      <vt:lpstr>Améliorations possibles</vt:lpstr>
      <vt:lpstr>Constats principaux en lien avec la communication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Tseng, Hsiao-Shan</dc:creator>
  <cp:lastModifiedBy>Nguon Vy, Daniel</cp:lastModifiedBy>
  <cp:revision>2</cp:revision>
  <dcterms:created xsi:type="dcterms:W3CDTF">2026-05-04T21:14:04Z</dcterms:created>
  <dcterms:modified xsi:type="dcterms:W3CDTF">2026-05-25T01:56:10Z</dcterms:modified>
</cp:coreProperties>
</file>